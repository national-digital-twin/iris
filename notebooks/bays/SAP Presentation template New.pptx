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diagrams/data3.xml" ContentType="application/vnd.openxmlformats-officedocument.drawingml.diagramData+xml"/>
  <Override PartName="/ppt/diagrams/data2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notesMasters/notesMaster1.xml" ContentType="application/vnd.openxmlformats-officedocument.presentationml.notesMaster+xml"/>
  <Override PartName="/ppt/diagrams/colors1.xml" ContentType="application/vnd.openxmlformats-officedocument.drawingml.diagramColors+xml"/>
  <Override PartName="/ppt/theme/theme2.xml" ContentType="application/vnd.openxmlformats-officedocument.theme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drawing1.xml" ContentType="application/vnd.ms-office.drawingml.diagramDrawing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quickStyle1.xml" ContentType="application/vnd.openxmlformats-officedocument.drawingml.diagramStyle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revisionInfo.xml" ContentType="application/vnd.ms-powerpoint.revisioninfo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74" r:id="rId5"/>
    <p:sldId id="257" r:id="rId6"/>
    <p:sldId id="281" r:id="rId7"/>
    <p:sldId id="28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A331"/>
    <a:srgbClr val="464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BDB159-A2C2-488F-B580-CD95841123F0}" v="473" dt="2023-10-06T10:00:31.237"/>
    <p1510:client id="{6DCA8FA9-3EBB-9B89-1BF6-D7FFCBD1C4D9}" v="1877" dt="2023-10-06T10:04:56.922"/>
    <p1510:client id="{8E477280-BD45-0326-6054-ADE7D00B2F21}" v="144" dt="2023-10-06T09:49:08.978"/>
    <p1510:client id="{B3813393-A6B4-8D99-B833-793EEA362E0E}" v="9" dt="2023-10-06T09:48:02.853"/>
    <p1510:client id="{ECB91958-79BB-E45C-2A90-3C9206E3C3D1}" v="49" dt="2023-10-06T10:10:14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933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customXml" Target="../customXml/item4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FA6DA2-0FBB-4CB7-8F8C-292435C14740}" type="doc">
      <dgm:prSet loTypeId="urn:microsoft.com/office/officeart/2008/layout/AlternatingHexagons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GB"/>
        </a:p>
      </dgm:t>
    </dgm:pt>
    <dgm:pt modelId="{6A6A064D-07A4-490F-9CA2-FC4151EB78C8}">
      <dgm:prSet phldrT="[Text]" custT="1"/>
      <dgm:spPr/>
      <dgm:t>
        <a:bodyPr/>
        <a:lstStyle/>
        <a:p>
          <a:r>
            <a:rPr lang="en-US" sz="1600">
              <a:latin typeface="HK Grotesk" panose="00000500000000000000" pitchFamily="50" charset="0"/>
            </a:rPr>
            <a:t>Proportions</a:t>
          </a:r>
          <a:endParaRPr lang="en-GB" sz="1600">
            <a:latin typeface="HK Grotesk" panose="00000500000000000000" pitchFamily="50" charset="0"/>
          </a:endParaRPr>
        </a:p>
      </dgm:t>
    </dgm:pt>
    <dgm:pt modelId="{95A9DB3F-39B8-4D5E-A0B7-F56F27D48934}" type="parTrans" cxnId="{252EF2E5-69BC-4008-BC2A-9C99B9F1A231}">
      <dgm:prSet/>
      <dgm:spPr/>
      <dgm:t>
        <a:bodyPr/>
        <a:lstStyle/>
        <a:p>
          <a:endParaRPr lang="en-GB"/>
        </a:p>
      </dgm:t>
    </dgm:pt>
    <dgm:pt modelId="{489C06E5-63A6-4D65-B02F-955EB6998F04}" type="sibTrans" cxnId="{252EF2E5-69BC-4008-BC2A-9C99B9F1A231}">
      <dgm:prSet/>
      <dgm:spPr/>
      <dgm:t>
        <a:bodyPr/>
        <a:lstStyle/>
        <a:p>
          <a:endParaRPr lang="en-GB"/>
        </a:p>
      </dgm:t>
    </dgm:pt>
    <dgm:pt modelId="{A18C3A79-F6F2-44A0-A7BC-AED1705B0454}">
      <dgm:prSet phldrT="[Text]"/>
      <dgm:spPr/>
      <dgm:t>
        <a:bodyPr/>
        <a:lstStyle/>
        <a:p>
          <a:r>
            <a:rPr lang="en-US">
              <a:latin typeface="HK Grotesk" panose="00000500000000000000" pitchFamily="50" charset="0"/>
            </a:rPr>
            <a:t>Simplified SAP</a:t>
          </a:r>
          <a:endParaRPr lang="en-GB">
            <a:latin typeface="HK Grotesk" panose="00000500000000000000" pitchFamily="50" charset="0"/>
          </a:endParaRPr>
        </a:p>
      </dgm:t>
    </dgm:pt>
    <dgm:pt modelId="{5F2EA30E-46DB-4442-B1AB-91AC0C4BD534}" type="parTrans" cxnId="{A57677E5-E296-4A39-83B6-AF76D92836BE}">
      <dgm:prSet/>
      <dgm:spPr/>
      <dgm:t>
        <a:bodyPr/>
        <a:lstStyle/>
        <a:p>
          <a:endParaRPr lang="en-GB"/>
        </a:p>
      </dgm:t>
    </dgm:pt>
    <dgm:pt modelId="{5A8613E6-E4FB-4C0B-9A7D-71DEB81CB2B0}" type="sibTrans" cxnId="{A57677E5-E296-4A39-83B6-AF76D92836BE}">
      <dgm:prSet/>
      <dgm:spPr/>
      <dgm:t>
        <a:bodyPr/>
        <a:lstStyle/>
        <a:p>
          <a:endParaRPr lang="en-GB"/>
        </a:p>
      </dgm:t>
    </dgm:pt>
    <dgm:pt modelId="{ABFF2F44-EB1A-4E10-A9BA-1131D0DD250F}">
      <dgm:prSet phldrT="[Text]"/>
      <dgm:spPr/>
      <dgm:t>
        <a:bodyPr/>
        <a:lstStyle/>
        <a:p>
          <a:r>
            <a:rPr lang="en-US">
              <a:latin typeface="HK Grotesk" panose="00000500000000000000" pitchFamily="50" charset="0"/>
            </a:rPr>
            <a:t>SAP Formula</a:t>
          </a:r>
          <a:endParaRPr lang="en-GB">
            <a:latin typeface="HK Grotesk" panose="00000500000000000000" pitchFamily="50" charset="0"/>
          </a:endParaRPr>
        </a:p>
      </dgm:t>
    </dgm:pt>
    <dgm:pt modelId="{9FCA030E-6601-4CC0-9DBF-BFFD7EC7CA42}" type="parTrans" cxnId="{F295655F-C071-441F-A80E-BDEB8CDFE950}">
      <dgm:prSet/>
      <dgm:spPr/>
      <dgm:t>
        <a:bodyPr/>
        <a:lstStyle/>
        <a:p>
          <a:endParaRPr lang="en-GB"/>
        </a:p>
      </dgm:t>
    </dgm:pt>
    <dgm:pt modelId="{B2937186-5C59-40C2-A371-5A5FE6C3D7BD}" type="sibTrans" cxnId="{F295655F-C071-441F-A80E-BDEB8CDFE950}">
      <dgm:prSet/>
      <dgm:spPr/>
      <dgm:t>
        <a:bodyPr/>
        <a:lstStyle/>
        <a:p>
          <a:endParaRPr lang="en-GB"/>
        </a:p>
      </dgm:t>
    </dgm:pt>
    <dgm:pt modelId="{7BE936E9-B21E-4ABE-ABF0-635834346BE6}" type="pres">
      <dgm:prSet presAssocID="{C6FA6DA2-0FBB-4CB7-8F8C-292435C14740}" presName="Name0" presStyleCnt="0">
        <dgm:presLayoutVars>
          <dgm:chMax/>
          <dgm:chPref/>
          <dgm:dir/>
          <dgm:animLvl val="lvl"/>
        </dgm:presLayoutVars>
      </dgm:prSet>
      <dgm:spPr/>
    </dgm:pt>
    <dgm:pt modelId="{A21F6CE1-3699-4F2F-B6DC-B9A44EABF7FE}" type="pres">
      <dgm:prSet presAssocID="{6A6A064D-07A4-490F-9CA2-FC4151EB78C8}" presName="composite" presStyleCnt="0"/>
      <dgm:spPr/>
    </dgm:pt>
    <dgm:pt modelId="{6598E8E0-C613-4E7F-B6BA-4BBEA065DBBB}" type="pres">
      <dgm:prSet presAssocID="{6A6A064D-07A4-490F-9CA2-FC4151EB78C8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CEAB30A0-6D3A-4139-A8D0-3E9692361A47}" type="pres">
      <dgm:prSet presAssocID="{6A6A064D-07A4-490F-9CA2-FC4151EB78C8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D645A326-AFB3-4A6D-B30A-D9B2DA65C55E}" type="pres">
      <dgm:prSet presAssocID="{6A6A064D-07A4-490F-9CA2-FC4151EB78C8}" presName="BalanceSpacing" presStyleCnt="0"/>
      <dgm:spPr/>
    </dgm:pt>
    <dgm:pt modelId="{DF884388-9A87-4FE2-A4A8-75EDE7B2866E}" type="pres">
      <dgm:prSet presAssocID="{6A6A064D-07A4-490F-9CA2-FC4151EB78C8}" presName="BalanceSpacing1" presStyleCnt="0"/>
      <dgm:spPr/>
    </dgm:pt>
    <dgm:pt modelId="{4444D1B4-5A85-437C-81CB-93823A2BCC2B}" type="pres">
      <dgm:prSet presAssocID="{489C06E5-63A6-4D65-B02F-955EB6998F04}" presName="Accent1Text" presStyleLbl="node1" presStyleIdx="1" presStyleCnt="6"/>
      <dgm:spPr/>
    </dgm:pt>
    <dgm:pt modelId="{5F4498B9-4BEC-4C4D-B449-DF8A13CE13F4}" type="pres">
      <dgm:prSet presAssocID="{489C06E5-63A6-4D65-B02F-955EB6998F04}" presName="spaceBetweenRectangles" presStyleCnt="0"/>
      <dgm:spPr/>
    </dgm:pt>
    <dgm:pt modelId="{8F8505C9-29F6-454D-BEF3-40C62462A448}" type="pres">
      <dgm:prSet presAssocID="{ABFF2F44-EB1A-4E10-A9BA-1131D0DD250F}" presName="composite" presStyleCnt="0"/>
      <dgm:spPr/>
    </dgm:pt>
    <dgm:pt modelId="{BAA4C82A-668D-4296-B59B-3CA5021EC24D}" type="pres">
      <dgm:prSet presAssocID="{ABFF2F44-EB1A-4E10-A9BA-1131D0DD250F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2F525F69-356A-42AA-99F1-7FDB6DDC5EE1}" type="pres">
      <dgm:prSet presAssocID="{ABFF2F44-EB1A-4E10-A9BA-1131D0DD250F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2A2F3332-E273-42F4-9E73-A5833D238D29}" type="pres">
      <dgm:prSet presAssocID="{ABFF2F44-EB1A-4E10-A9BA-1131D0DD250F}" presName="BalanceSpacing" presStyleCnt="0"/>
      <dgm:spPr/>
    </dgm:pt>
    <dgm:pt modelId="{84AC103B-5B5A-4660-B68D-48BD6BACEC99}" type="pres">
      <dgm:prSet presAssocID="{ABFF2F44-EB1A-4E10-A9BA-1131D0DD250F}" presName="BalanceSpacing1" presStyleCnt="0"/>
      <dgm:spPr/>
    </dgm:pt>
    <dgm:pt modelId="{773088CF-12C7-49D3-8A9B-B332D8FEB11C}" type="pres">
      <dgm:prSet presAssocID="{B2937186-5C59-40C2-A371-5A5FE6C3D7BD}" presName="Accent1Text" presStyleLbl="node1" presStyleIdx="3" presStyleCnt="6"/>
      <dgm:spPr/>
    </dgm:pt>
    <dgm:pt modelId="{5E1F1B93-EE73-4D41-9125-C84D6D2F9F2D}" type="pres">
      <dgm:prSet presAssocID="{B2937186-5C59-40C2-A371-5A5FE6C3D7BD}" presName="spaceBetweenRectangles" presStyleCnt="0"/>
      <dgm:spPr/>
    </dgm:pt>
    <dgm:pt modelId="{A3A7C24C-309E-435A-9CA8-919F63B13BD6}" type="pres">
      <dgm:prSet presAssocID="{A18C3A79-F6F2-44A0-A7BC-AED1705B0454}" presName="composite" presStyleCnt="0"/>
      <dgm:spPr/>
    </dgm:pt>
    <dgm:pt modelId="{619A84E3-01F3-457B-988E-2A5EA8D673D1}" type="pres">
      <dgm:prSet presAssocID="{A18C3A79-F6F2-44A0-A7BC-AED1705B0454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39DCD076-8A46-4579-BFCE-7F3523DDE1ED}" type="pres">
      <dgm:prSet presAssocID="{A18C3A79-F6F2-44A0-A7BC-AED1705B0454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BCD78A98-9612-4FE0-AD0B-6CEE74AEE3D2}" type="pres">
      <dgm:prSet presAssocID="{A18C3A79-F6F2-44A0-A7BC-AED1705B0454}" presName="BalanceSpacing" presStyleCnt="0"/>
      <dgm:spPr/>
    </dgm:pt>
    <dgm:pt modelId="{67409386-112B-4715-98AB-F33D20D93EED}" type="pres">
      <dgm:prSet presAssocID="{A18C3A79-F6F2-44A0-A7BC-AED1705B0454}" presName="BalanceSpacing1" presStyleCnt="0"/>
      <dgm:spPr/>
    </dgm:pt>
    <dgm:pt modelId="{D0D8BD83-BCEE-4AD4-8A8A-43FA225FA4BC}" type="pres">
      <dgm:prSet presAssocID="{5A8613E6-E4FB-4C0B-9A7D-71DEB81CB2B0}" presName="Accent1Text" presStyleLbl="node1" presStyleIdx="5" presStyleCnt="6"/>
      <dgm:spPr/>
    </dgm:pt>
  </dgm:ptLst>
  <dgm:cxnLst>
    <dgm:cxn modelId="{9DA64816-37E2-46CD-ACCF-B8CAB287BC08}" type="presOf" srcId="{6A6A064D-07A4-490F-9CA2-FC4151EB78C8}" destId="{6598E8E0-C613-4E7F-B6BA-4BBEA065DBBB}" srcOrd="0" destOrd="0" presId="urn:microsoft.com/office/officeart/2008/layout/AlternatingHexagons"/>
    <dgm:cxn modelId="{689BF71D-9B7D-4D38-B61B-9249F6093D52}" type="presOf" srcId="{A18C3A79-F6F2-44A0-A7BC-AED1705B0454}" destId="{619A84E3-01F3-457B-988E-2A5EA8D673D1}" srcOrd="0" destOrd="0" presId="urn:microsoft.com/office/officeart/2008/layout/AlternatingHexagons"/>
    <dgm:cxn modelId="{6E859A21-0133-41BC-9773-F111E586FF93}" type="presOf" srcId="{5A8613E6-E4FB-4C0B-9A7D-71DEB81CB2B0}" destId="{D0D8BD83-BCEE-4AD4-8A8A-43FA225FA4BC}" srcOrd="0" destOrd="0" presId="urn:microsoft.com/office/officeart/2008/layout/AlternatingHexagons"/>
    <dgm:cxn modelId="{F295655F-C071-441F-A80E-BDEB8CDFE950}" srcId="{C6FA6DA2-0FBB-4CB7-8F8C-292435C14740}" destId="{ABFF2F44-EB1A-4E10-A9BA-1131D0DD250F}" srcOrd="1" destOrd="0" parTransId="{9FCA030E-6601-4CC0-9DBF-BFFD7EC7CA42}" sibTransId="{B2937186-5C59-40C2-A371-5A5FE6C3D7BD}"/>
    <dgm:cxn modelId="{86839973-5A3B-494F-AAE0-486D0549239E}" type="presOf" srcId="{489C06E5-63A6-4D65-B02F-955EB6998F04}" destId="{4444D1B4-5A85-437C-81CB-93823A2BCC2B}" srcOrd="0" destOrd="0" presId="urn:microsoft.com/office/officeart/2008/layout/AlternatingHexagons"/>
    <dgm:cxn modelId="{A5F0CE8B-0C5C-47A7-8008-92D3C9412F26}" type="presOf" srcId="{B2937186-5C59-40C2-A371-5A5FE6C3D7BD}" destId="{773088CF-12C7-49D3-8A9B-B332D8FEB11C}" srcOrd="0" destOrd="0" presId="urn:microsoft.com/office/officeart/2008/layout/AlternatingHexagons"/>
    <dgm:cxn modelId="{32716397-19BC-456C-A603-65E740C3D879}" type="presOf" srcId="{C6FA6DA2-0FBB-4CB7-8F8C-292435C14740}" destId="{7BE936E9-B21E-4ABE-ABF0-635834346BE6}" srcOrd="0" destOrd="0" presId="urn:microsoft.com/office/officeart/2008/layout/AlternatingHexagons"/>
    <dgm:cxn modelId="{CFD732B1-DCA8-4867-A0D3-C31ADCFBA98D}" type="presOf" srcId="{ABFF2F44-EB1A-4E10-A9BA-1131D0DD250F}" destId="{BAA4C82A-668D-4296-B59B-3CA5021EC24D}" srcOrd="0" destOrd="0" presId="urn:microsoft.com/office/officeart/2008/layout/AlternatingHexagons"/>
    <dgm:cxn modelId="{A57677E5-E296-4A39-83B6-AF76D92836BE}" srcId="{C6FA6DA2-0FBB-4CB7-8F8C-292435C14740}" destId="{A18C3A79-F6F2-44A0-A7BC-AED1705B0454}" srcOrd="2" destOrd="0" parTransId="{5F2EA30E-46DB-4442-B1AB-91AC0C4BD534}" sibTransId="{5A8613E6-E4FB-4C0B-9A7D-71DEB81CB2B0}"/>
    <dgm:cxn modelId="{252EF2E5-69BC-4008-BC2A-9C99B9F1A231}" srcId="{C6FA6DA2-0FBB-4CB7-8F8C-292435C14740}" destId="{6A6A064D-07A4-490F-9CA2-FC4151EB78C8}" srcOrd="0" destOrd="0" parTransId="{95A9DB3F-39B8-4D5E-A0B7-F56F27D48934}" sibTransId="{489C06E5-63A6-4D65-B02F-955EB6998F04}"/>
    <dgm:cxn modelId="{22541384-2FDD-4E93-A227-0C41E6B0D7F4}" type="presParOf" srcId="{7BE936E9-B21E-4ABE-ABF0-635834346BE6}" destId="{A21F6CE1-3699-4F2F-B6DC-B9A44EABF7FE}" srcOrd="0" destOrd="0" presId="urn:microsoft.com/office/officeart/2008/layout/AlternatingHexagons"/>
    <dgm:cxn modelId="{A30CB62B-9A89-4EC9-A3F3-BF4062AB34DE}" type="presParOf" srcId="{A21F6CE1-3699-4F2F-B6DC-B9A44EABF7FE}" destId="{6598E8E0-C613-4E7F-B6BA-4BBEA065DBBB}" srcOrd="0" destOrd="0" presId="urn:microsoft.com/office/officeart/2008/layout/AlternatingHexagons"/>
    <dgm:cxn modelId="{BC788035-E890-4444-A9D4-144288824870}" type="presParOf" srcId="{A21F6CE1-3699-4F2F-B6DC-B9A44EABF7FE}" destId="{CEAB30A0-6D3A-4139-A8D0-3E9692361A47}" srcOrd="1" destOrd="0" presId="urn:microsoft.com/office/officeart/2008/layout/AlternatingHexagons"/>
    <dgm:cxn modelId="{5EF96497-CE2E-4CD4-AAF6-463D471A9F0B}" type="presParOf" srcId="{A21F6CE1-3699-4F2F-B6DC-B9A44EABF7FE}" destId="{D645A326-AFB3-4A6D-B30A-D9B2DA65C55E}" srcOrd="2" destOrd="0" presId="urn:microsoft.com/office/officeart/2008/layout/AlternatingHexagons"/>
    <dgm:cxn modelId="{10BE9024-14CB-42E5-AA90-440CEA782607}" type="presParOf" srcId="{A21F6CE1-3699-4F2F-B6DC-B9A44EABF7FE}" destId="{DF884388-9A87-4FE2-A4A8-75EDE7B2866E}" srcOrd="3" destOrd="0" presId="urn:microsoft.com/office/officeart/2008/layout/AlternatingHexagons"/>
    <dgm:cxn modelId="{D4E3B939-BB73-4ABD-8F4B-D24427B7920A}" type="presParOf" srcId="{A21F6CE1-3699-4F2F-B6DC-B9A44EABF7FE}" destId="{4444D1B4-5A85-437C-81CB-93823A2BCC2B}" srcOrd="4" destOrd="0" presId="urn:microsoft.com/office/officeart/2008/layout/AlternatingHexagons"/>
    <dgm:cxn modelId="{F1941C62-44D9-4023-BAB9-D23CFA53FFAA}" type="presParOf" srcId="{7BE936E9-B21E-4ABE-ABF0-635834346BE6}" destId="{5F4498B9-4BEC-4C4D-B449-DF8A13CE13F4}" srcOrd="1" destOrd="0" presId="urn:microsoft.com/office/officeart/2008/layout/AlternatingHexagons"/>
    <dgm:cxn modelId="{7F567509-F762-4251-8D24-77CB24F4E8DB}" type="presParOf" srcId="{7BE936E9-B21E-4ABE-ABF0-635834346BE6}" destId="{8F8505C9-29F6-454D-BEF3-40C62462A448}" srcOrd="2" destOrd="0" presId="urn:microsoft.com/office/officeart/2008/layout/AlternatingHexagons"/>
    <dgm:cxn modelId="{0C48D886-849A-44C8-A50B-621A796E07A6}" type="presParOf" srcId="{8F8505C9-29F6-454D-BEF3-40C62462A448}" destId="{BAA4C82A-668D-4296-B59B-3CA5021EC24D}" srcOrd="0" destOrd="0" presId="urn:microsoft.com/office/officeart/2008/layout/AlternatingHexagons"/>
    <dgm:cxn modelId="{60414E30-1B8D-475C-B207-73F7E7CB78B9}" type="presParOf" srcId="{8F8505C9-29F6-454D-BEF3-40C62462A448}" destId="{2F525F69-356A-42AA-99F1-7FDB6DDC5EE1}" srcOrd="1" destOrd="0" presId="urn:microsoft.com/office/officeart/2008/layout/AlternatingHexagons"/>
    <dgm:cxn modelId="{D3620493-D579-4DBD-BCB1-443D31A2312A}" type="presParOf" srcId="{8F8505C9-29F6-454D-BEF3-40C62462A448}" destId="{2A2F3332-E273-42F4-9E73-A5833D238D29}" srcOrd="2" destOrd="0" presId="urn:microsoft.com/office/officeart/2008/layout/AlternatingHexagons"/>
    <dgm:cxn modelId="{0DCB32C7-AFA6-451A-BFFF-1E8CA90C51DB}" type="presParOf" srcId="{8F8505C9-29F6-454D-BEF3-40C62462A448}" destId="{84AC103B-5B5A-4660-B68D-48BD6BACEC99}" srcOrd="3" destOrd="0" presId="urn:microsoft.com/office/officeart/2008/layout/AlternatingHexagons"/>
    <dgm:cxn modelId="{B464CCBD-A7A9-40E0-AD00-F729B3D2D15F}" type="presParOf" srcId="{8F8505C9-29F6-454D-BEF3-40C62462A448}" destId="{773088CF-12C7-49D3-8A9B-B332D8FEB11C}" srcOrd="4" destOrd="0" presId="urn:microsoft.com/office/officeart/2008/layout/AlternatingHexagons"/>
    <dgm:cxn modelId="{F325AD24-5D39-45FB-B0FE-7AED234E90C9}" type="presParOf" srcId="{7BE936E9-B21E-4ABE-ABF0-635834346BE6}" destId="{5E1F1B93-EE73-4D41-9125-C84D6D2F9F2D}" srcOrd="3" destOrd="0" presId="urn:microsoft.com/office/officeart/2008/layout/AlternatingHexagons"/>
    <dgm:cxn modelId="{9363DA5A-B2F5-4E13-9DBF-4832141180CA}" type="presParOf" srcId="{7BE936E9-B21E-4ABE-ABF0-635834346BE6}" destId="{A3A7C24C-309E-435A-9CA8-919F63B13BD6}" srcOrd="4" destOrd="0" presId="urn:microsoft.com/office/officeart/2008/layout/AlternatingHexagons"/>
    <dgm:cxn modelId="{EFBB19C4-C220-4455-B36A-09E6B825CCEE}" type="presParOf" srcId="{A3A7C24C-309E-435A-9CA8-919F63B13BD6}" destId="{619A84E3-01F3-457B-988E-2A5EA8D673D1}" srcOrd="0" destOrd="0" presId="urn:microsoft.com/office/officeart/2008/layout/AlternatingHexagons"/>
    <dgm:cxn modelId="{A63D28B6-2E17-4827-B960-EA79A5BA852E}" type="presParOf" srcId="{A3A7C24C-309E-435A-9CA8-919F63B13BD6}" destId="{39DCD076-8A46-4579-BFCE-7F3523DDE1ED}" srcOrd="1" destOrd="0" presId="urn:microsoft.com/office/officeart/2008/layout/AlternatingHexagons"/>
    <dgm:cxn modelId="{3EA3034A-6852-415D-B0B1-3A4275C8DB2C}" type="presParOf" srcId="{A3A7C24C-309E-435A-9CA8-919F63B13BD6}" destId="{BCD78A98-9612-4FE0-AD0B-6CEE74AEE3D2}" srcOrd="2" destOrd="0" presId="urn:microsoft.com/office/officeart/2008/layout/AlternatingHexagons"/>
    <dgm:cxn modelId="{54C5AE33-DE48-4C05-A2FA-2DE54EA9537A}" type="presParOf" srcId="{A3A7C24C-309E-435A-9CA8-919F63B13BD6}" destId="{67409386-112B-4715-98AB-F33D20D93EED}" srcOrd="3" destOrd="0" presId="urn:microsoft.com/office/officeart/2008/layout/AlternatingHexagons"/>
    <dgm:cxn modelId="{10DFA913-1AC8-4B0B-961F-F66A88487D72}" type="presParOf" srcId="{A3A7C24C-309E-435A-9CA8-919F63B13BD6}" destId="{D0D8BD83-BCEE-4AD4-8A8A-43FA225FA4BC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4256FE-E0D1-4045-AA32-CDCFF93AD74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3952675-DA46-4116-842E-704C49F61370}">
      <dgm:prSet phldrT="[Text]"/>
      <dgm:spPr>
        <a:solidFill>
          <a:srgbClr val="F8A331"/>
        </a:solidFill>
      </dgm:spPr>
      <dgm:t>
        <a:bodyPr/>
        <a:lstStyle/>
        <a:p>
          <a:r>
            <a:rPr lang="en-US"/>
            <a:t>Data preparation</a:t>
          </a:r>
          <a:endParaRPr lang="en-GB"/>
        </a:p>
      </dgm:t>
    </dgm:pt>
    <dgm:pt modelId="{801CE714-033D-4CE6-B179-A602E28EBEC3}" type="parTrans" cxnId="{CA5035E8-35FD-4B05-AB11-56E91BD63B52}">
      <dgm:prSet/>
      <dgm:spPr/>
      <dgm:t>
        <a:bodyPr/>
        <a:lstStyle/>
        <a:p>
          <a:endParaRPr lang="en-GB"/>
        </a:p>
      </dgm:t>
    </dgm:pt>
    <dgm:pt modelId="{9478A135-336C-40C3-9F3F-B5D9E25C9254}" type="sibTrans" cxnId="{CA5035E8-35FD-4B05-AB11-56E91BD63B52}">
      <dgm:prSet/>
      <dgm:spPr/>
      <dgm:t>
        <a:bodyPr/>
        <a:lstStyle/>
        <a:p>
          <a:endParaRPr lang="en-GB"/>
        </a:p>
      </dgm:t>
    </dgm:pt>
    <dgm:pt modelId="{680CACF3-7428-4D45-91BB-3886D14F802F}">
      <dgm:prSet phldrT="[Text]"/>
      <dgm:spPr>
        <a:solidFill>
          <a:srgbClr val="F8A331"/>
        </a:solidFill>
      </dgm:spPr>
      <dgm:t>
        <a:bodyPr/>
        <a:lstStyle/>
        <a:p>
          <a:r>
            <a:rPr lang="en-US"/>
            <a:t>EPC proportions</a:t>
          </a:r>
          <a:endParaRPr lang="en-GB"/>
        </a:p>
      </dgm:t>
    </dgm:pt>
    <dgm:pt modelId="{E9CF38AB-4811-49E4-A7DA-12795DCAEB71}" type="parTrans" cxnId="{7E461D5F-AF68-4FC1-BE8B-DCE5EF02AD31}">
      <dgm:prSet/>
      <dgm:spPr/>
      <dgm:t>
        <a:bodyPr/>
        <a:lstStyle/>
        <a:p>
          <a:endParaRPr lang="en-GB"/>
        </a:p>
      </dgm:t>
    </dgm:pt>
    <dgm:pt modelId="{3B9956EB-5EA0-4F4C-9EF9-AA2E1DFC8F82}" type="sibTrans" cxnId="{7E461D5F-AF68-4FC1-BE8B-DCE5EF02AD31}">
      <dgm:prSet/>
      <dgm:spPr/>
      <dgm:t>
        <a:bodyPr/>
        <a:lstStyle/>
        <a:p>
          <a:endParaRPr lang="en-GB"/>
        </a:p>
      </dgm:t>
    </dgm:pt>
    <dgm:pt modelId="{90534883-94AC-4A9D-9E14-7B9F60C1C908}">
      <dgm:prSet phldrT="[Text]"/>
      <dgm:spPr>
        <a:solidFill>
          <a:srgbClr val="F8A331"/>
        </a:solidFill>
      </dgm:spPr>
      <dgm:t>
        <a:bodyPr/>
        <a:lstStyle/>
        <a:p>
          <a:r>
            <a:rPr lang="en-US"/>
            <a:t>Mapping</a:t>
          </a:r>
          <a:endParaRPr lang="en-GB"/>
        </a:p>
      </dgm:t>
    </dgm:pt>
    <dgm:pt modelId="{4804F78E-046F-41E7-9C32-64F2A94133F3}" type="parTrans" cxnId="{D4C5CDB8-2B9D-4989-A1B6-D2A657210FA9}">
      <dgm:prSet/>
      <dgm:spPr/>
    </dgm:pt>
    <dgm:pt modelId="{AEE26DB6-1E46-4978-8C1A-33ED3C5DDC13}" type="sibTrans" cxnId="{D4C5CDB8-2B9D-4989-A1B6-D2A657210FA9}">
      <dgm:prSet/>
      <dgm:spPr/>
    </dgm:pt>
    <dgm:pt modelId="{7282112C-5540-483C-814E-668549249C11}">
      <dgm:prSet phldrT="[Text]"/>
      <dgm:spPr>
        <a:solidFill>
          <a:srgbClr val="F8A331"/>
        </a:solidFill>
      </dgm:spPr>
      <dgm:t>
        <a:bodyPr/>
        <a:lstStyle/>
        <a:p>
          <a:r>
            <a:rPr lang="en-US"/>
            <a:t>Probability calcs</a:t>
          </a:r>
          <a:endParaRPr lang="en-GB"/>
        </a:p>
      </dgm:t>
    </dgm:pt>
    <dgm:pt modelId="{386BCC7F-D5C6-49B8-9BFD-EEA8B4A34B43}" type="parTrans" cxnId="{EBB87193-8C0C-424A-8D73-BD8A71125544}">
      <dgm:prSet/>
      <dgm:spPr/>
    </dgm:pt>
    <dgm:pt modelId="{A38303F1-B1D6-4E03-8E79-AA848DA25934}" type="sibTrans" cxnId="{EBB87193-8C0C-424A-8D73-BD8A71125544}">
      <dgm:prSet/>
      <dgm:spPr/>
    </dgm:pt>
    <dgm:pt modelId="{63C73EE3-C495-4BDD-8CF8-7705A963555F}" type="pres">
      <dgm:prSet presAssocID="{7D4256FE-E0D1-4045-AA32-CDCFF93AD74B}" presName="Name0" presStyleCnt="0">
        <dgm:presLayoutVars>
          <dgm:dir/>
          <dgm:animLvl val="lvl"/>
          <dgm:resizeHandles val="exact"/>
        </dgm:presLayoutVars>
      </dgm:prSet>
      <dgm:spPr/>
    </dgm:pt>
    <dgm:pt modelId="{D8480024-275C-41B9-80F4-4513CDF3AC20}" type="pres">
      <dgm:prSet presAssocID="{73952675-DA46-4116-842E-704C49F61370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DEBAAA1-DA3E-4A16-9431-5E37B96EA09C}" type="pres">
      <dgm:prSet presAssocID="{9478A135-336C-40C3-9F3F-B5D9E25C9254}" presName="parTxOnlySpace" presStyleCnt="0"/>
      <dgm:spPr/>
    </dgm:pt>
    <dgm:pt modelId="{8B6E3CAE-7234-4447-AAC1-1FEF33DD3269}" type="pres">
      <dgm:prSet presAssocID="{680CACF3-7428-4D45-91BB-3886D14F802F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FAC465D-2218-444D-A2C2-7E7C44FCAC3B}" type="pres">
      <dgm:prSet presAssocID="{3B9956EB-5EA0-4F4C-9EF9-AA2E1DFC8F82}" presName="parTxOnlySpace" presStyleCnt="0"/>
      <dgm:spPr/>
    </dgm:pt>
    <dgm:pt modelId="{836DB5FD-6CBC-4EB0-9830-2899B0A03470}" type="pres">
      <dgm:prSet presAssocID="{90534883-94AC-4A9D-9E14-7B9F60C1C9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F598343-5E52-47CC-AC5D-221AAD124305}" type="pres">
      <dgm:prSet presAssocID="{AEE26DB6-1E46-4978-8C1A-33ED3C5DDC13}" presName="parTxOnlySpace" presStyleCnt="0"/>
      <dgm:spPr/>
    </dgm:pt>
    <dgm:pt modelId="{A18AC495-D832-499C-8927-651ED63DA957}" type="pres">
      <dgm:prSet presAssocID="{7282112C-5540-483C-814E-668549249C11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BFC3029-A845-48C7-A3F4-BB8705DC2B24}" type="presOf" srcId="{680CACF3-7428-4D45-91BB-3886D14F802F}" destId="{8B6E3CAE-7234-4447-AAC1-1FEF33DD3269}" srcOrd="0" destOrd="0" presId="urn:microsoft.com/office/officeart/2005/8/layout/chevron1"/>
    <dgm:cxn modelId="{7E461D5F-AF68-4FC1-BE8B-DCE5EF02AD31}" srcId="{7D4256FE-E0D1-4045-AA32-CDCFF93AD74B}" destId="{680CACF3-7428-4D45-91BB-3886D14F802F}" srcOrd="1" destOrd="0" parTransId="{E9CF38AB-4811-49E4-A7DA-12795DCAEB71}" sibTransId="{3B9956EB-5EA0-4F4C-9EF9-AA2E1DFC8F82}"/>
    <dgm:cxn modelId="{CEEA8C6C-FE80-4F41-8E56-2CAE057B641F}" type="presOf" srcId="{90534883-94AC-4A9D-9E14-7B9F60C1C908}" destId="{836DB5FD-6CBC-4EB0-9830-2899B0A03470}" srcOrd="0" destOrd="0" presId="urn:microsoft.com/office/officeart/2005/8/layout/chevron1"/>
    <dgm:cxn modelId="{EBB87193-8C0C-424A-8D73-BD8A71125544}" srcId="{7D4256FE-E0D1-4045-AA32-CDCFF93AD74B}" destId="{7282112C-5540-483C-814E-668549249C11}" srcOrd="3" destOrd="0" parTransId="{386BCC7F-D5C6-49B8-9BFD-EEA8B4A34B43}" sibTransId="{A38303F1-B1D6-4E03-8E79-AA848DA25934}"/>
    <dgm:cxn modelId="{174534A6-6C21-4C58-A5E9-BC85DFDD4176}" type="presOf" srcId="{7282112C-5540-483C-814E-668549249C11}" destId="{A18AC495-D832-499C-8927-651ED63DA957}" srcOrd="0" destOrd="0" presId="urn:microsoft.com/office/officeart/2005/8/layout/chevron1"/>
    <dgm:cxn modelId="{D4C5CDB8-2B9D-4989-A1B6-D2A657210FA9}" srcId="{7D4256FE-E0D1-4045-AA32-CDCFF93AD74B}" destId="{90534883-94AC-4A9D-9E14-7B9F60C1C908}" srcOrd="2" destOrd="0" parTransId="{4804F78E-046F-41E7-9C32-64F2A94133F3}" sibTransId="{AEE26DB6-1E46-4978-8C1A-33ED3C5DDC13}"/>
    <dgm:cxn modelId="{FD0A85BD-EA00-4959-BFAB-0F0A405C4C0B}" type="presOf" srcId="{73952675-DA46-4116-842E-704C49F61370}" destId="{D8480024-275C-41B9-80F4-4513CDF3AC20}" srcOrd="0" destOrd="0" presId="urn:microsoft.com/office/officeart/2005/8/layout/chevron1"/>
    <dgm:cxn modelId="{CA5035E8-35FD-4B05-AB11-56E91BD63B52}" srcId="{7D4256FE-E0D1-4045-AA32-CDCFF93AD74B}" destId="{73952675-DA46-4116-842E-704C49F61370}" srcOrd="0" destOrd="0" parTransId="{801CE714-033D-4CE6-B179-A602E28EBEC3}" sibTransId="{9478A135-336C-40C3-9F3F-B5D9E25C9254}"/>
    <dgm:cxn modelId="{AEB12CED-049E-4F2C-823D-1C524906969B}" type="presOf" srcId="{7D4256FE-E0D1-4045-AA32-CDCFF93AD74B}" destId="{63C73EE3-C495-4BDD-8CF8-7705A963555F}" srcOrd="0" destOrd="0" presId="urn:microsoft.com/office/officeart/2005/8/layout/chevron1"/>
    <dgm:cxn modelId="{3695BBB0-65A7-4496-B644-D01C0779C91D}" type="presParOf" srcId="{63C73EE3-C495-4BDD-8CF8-7705A963555F}" destId="{D8480024-275C-41B9-80F4-4513CDF3AC20}" srcOrd="0" destOrd="0" presId="urn:microsoft.com/office/officeart/2005/8/layout/chevron1"/>
    <dgm:cxn modelId="{9AB36E8D-D029-49A0-B1AF-205DFB2761C0}" type="presParOf" srcId="{63C73EE3-C495-4BDD-8CF8-7705A963555F}" destId="{CDEBAAA1-DA3E-4A16-9431-5E37B96EA09C}" srcOrd="1" destOrd="0" presId="urn:microsoft.com/office/officeart/2005/8/layout/chevron1"/>
    <dgm:cxn modelId="{0455984D-2A84-4A4E-8DC2-3789DD20F18F}" type="presParOf" srcId="{63C73EE3-C495-4BDD-8CF8-7705A963555F}" destId="{8B6E3CAE-7234-4447-AAC1-1FEF33DD3269}" srcOrd="2" destOrd="0" presId="urn:microsoft.com/office/officeart/2005/8/layout/chevron1"/>
    <dgm:cxn modelId="{54ACC030-CD16-49DB-908B-4EFEA01BEA82}" type="presParOf" srcId="{63C73EE3-C495-4BDD-8CF8-7705A963555F}" destId="{5FAC465D-2218-444D-A2C2-7E7C44FCAC3B}" srcOrd="3" destOrd="0" presId="urn:microsoft.com/office/officeart/2005/8/layout/chevron1"/>
    <dgm:cxn modelId="{8052B03A-C692-40C0-98C5-FA3DCD686BA5}" type="presParOf" srcId="{63C73EE3-C495-4BDD-8CF8-7705A963555F}" destId="{836DB5FD-6CBC-4EB0-9830-2899B0A03470}" srcOrd="4" destOrd="0" presId="urn:microsoft.com/office/officeart/2005/8/layout/chevron1"/>
    <dgm:cxn modelId="{271A98F1-504D-4B7E-92D2-C200F470CA3E}" type="presParOf" srcId="{63C73EE3-C495-4BDD-8CF8-7705A963555F}" destId="{EF598343-5E52-47CC-AC5D-221AAD124305}" srcOrd="5" destOrd="0" presId="urn:microsoft.com/office/officeart/2005/8/layout/chevron1"/>
    <dgm:cxn modelId="{3974998E-AE9C-4E89-B3FE-81DF5196C363}" type="presParOf" srcId="{63C73EE3-C495-4BDD-8CF8-7705A963555F}" destId="{A18AC495-D832-499C-8927-651ED63DA957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4256FE-E0D1-4045-AA32-CDCFF93AD74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3952675-DA46-4116-842E-704C49F61370}">
      <dgm:prSet phldrT="[Text]"/>
      <dgm:spPr>
        <a:solidFill>
          <a:srgbClr val="F8A331"/>
        </a:solidFill>
      </dgm:spPr>
      <dgm:t>
        <a:bodyPr/>
        <a:lstStyle/>
        <a:p>
          <a:r>
            <a:rPr lang="en-US"/>
            <a:t>Data preparation</a:t>
          </a:r>
          <a:endParaRPr lang="en-GB"/>
        </a:p>
      </dgm:t>
    </dgm:pt>
    <dgm:pt modelId="{801CE714-033D-4CE6-B179-A602E28EBEC3}" type="parTrans" cxnId="{CA5035E8-35FD-4B05-AB11-56E91BD63B52}">
      <dgm:prSet/>
      <dgm:spPr/>
      <dgm:t>
        <a:bodyPr/>
        <a:lstStyle/>
        <a:p>
          <a:endParaRPr lang="en-GB"/>
        </a:p>
      </dgm:t>
    </dgm:pt>
    <dgm:pt modelId="{9478A135-336C-40C3-9F3F-B5D9E25C9254}" type="sibTrans" cxnId="{CA5035E8-35FD-4B05-AB11-56E91BD63B52}">
      <dgm:prSet/>
      <dgm:spPr/>
      <dgm:t>
        <a:bodyPr/>
        <a:lstStyle/>
        <a:p>
          <a:endParaRPr lang="en-GB"/>
        </a:p>
      </dgm:t>
    </dgm:pt>
    <dgm:pt modelId="{680CACF3-7428-4D45-91BB-3886D14F802F}">
      <dgm:prSet phldrT="[Text]"/>
      <dgm:spPr>
        <a:solidFill>
          <a:srgbClr val="F8A331"/>
        </a:solidFill>
      </dgm:spPr>
      <dgm:t>
        <a:bodyPr/>
        <a:lstStyle/>
        <a:p>
          <a:r>
            <a:rPr lang="en-US"/>
            <a:t>EPC proportions</a:t>
          </a:r>
          <a:endParaRPr lang="en-GB"/>
        </a:p>
      </dgm:t>
    </dgm:pt>
    <dgm:pt modelId="{E9CF38AB-4811-49E4-A7DA-12795DCAEB71}" type="parTrans" cxnId="{7E461D5F-AF68-4FC1-BE8B-DCE5EF02AD31}">
      <dgm:prSet/>
      <dgm:spPr/>
      <dgm:t>
        <a:bodyPr/>
        <a:lstStyle/>
        <a:p>
          <a:endParaRPr lang="en-GB"/>
        </a:p>
      </dgm:t>
    </dgm:pt>
    <dgm:pt modelId="{3B9956EB-5EA0-4F4C-9EF9-AA2E1DFC8F82}" type="sibTrans" cxnId="{7E461D5F-AF68-4FC1-BE8B-DCE5EF02AD31}">
      <dgm:prSet/>
      <dgm:spPr/>
      <dgm:t>
        <a:bodyPr/>
        <a:lstStyle/>
        <a:p>
          <a:endParaRPr lang="en-GB"/>
        </a:p>
      </dgm:t>
    </dgm:pt>
    <dgm:pt modelId="{90534883-94AC-4A9D-9E14-7B9F60C1C908}">
      <dgm:prSet phldrT="[Text]"/>
      <dgm:spPr>
        <a:solidFill>
          <a:srgbClr val="F8A331"/>
        </a:solidFill>
      </dgm:spPr>
      <dgm:t>
        <a:bodyPr/>
        <a:lstStyle/>
        <a:p>
          <a:r>
            <a:rPr lang="en-US"/>
            <a:t>Mapping</a:t>
          </a:r>
          <a:endParaRPr lang="en-GB"/>
        </a:p>
      </dgm:t>
    </dgm:pt>
    <dgm:pt modelId="{4804F78E-046F-41E7-9C32-64F2A94133F3}" type="parTrans" cxnId="{D4C5CDB8-2B9D-4989-A1B6-D2A657210FA9}">
      <dgm:prSet/>
      <dgm:spPr/>
    </dgm:pt>
    <dgm:pt modelId="{AEE26DB6-1E46-4978-8C1A-33ED3C5DDC13}" type="sibTrans" cxnId="{D4C5CDB8-2B9D-4989-A1B6-D2A657210FA9}">
      <dgm:prSet/>
      <dgm:spPr/>
    </dgm:pt>
    <dgm:pt modelId="{7282112C-5540-483C-814E-668549249C11}">
      <dgm:prSet phldrT="[Text]"/>
      <dgm:spPr>
        <a:solidFill>
          <a:srgbClr val="F8A331"/>
        </a:solidFill>
      </dgm:spPr>
      <dgm:t>
        <a:bodyPr/>
        <a:lstStyle/>
        <a:p>
          <a:r>
            <a:rPr lang="en-US"/>
            <a:t>Probability calcs</a:t>
          </a:r>
          <a:endParaRPr lang="en-GB"/>
        </a:p>
      </dgm:t>
    </dgm:pt>
    <dgm:pt modelId="{386BCC7F-D5C6-49B8-9BFD-EEA8B4A34B43}" type="parTrans" cxnId="{EBB87193-8C0C-424A-8D73-BD8A71125544}">
      <dgm:prSet/>
      <dgm:spPr/>
    </dgm:pt>
    <dgm:pt modelId="{A38303F1-B1D6-4E03-8E79-AA848DA25934}" type="sibTrans" cxnId="{EBB87193-8C0C-424A-8D73-BD8A71125544}">
      <dgm:prSet/>
      <dgm:spPr/>
    </dgm:pt>
    <dgm:pt modelId="{63C73EE3-C495-4BDD-8CF8-7705A963555F}" type="pres">
      <dgm:prSet presAssocID="{7D4256FE-E0D1-4045-AA32-CDCFF93AD74B}" presName="Name0" presStyleCnt="0">
        <dgm:presLayoutVars>
          <dgm:dir/>
          <dgm:animLvl val="lvl"/>
          <dgm:resizeHandles val="exact"/>
        </dgm:presLayoutVars>
      </dgm:prSet>
      <dgm:spPr/>
    </dgm:pt>
    <dgm:pt modelId="{D8480024-275C-41B9-80F4-4513CDF3AC20}" type="pres">
      <dgm:prSet presAssocID="{73952675-DA46-4116-842E-704C49F61370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DEBAAA1-DA3E-4A16-9431-5E37B96EA09C}" type="pres">
      <dgm:prSet presAssocID="{9478A135-336C-40C3-9F3F-B5D9E25C9254}" presName="parTxOnlySpace" presStyleCnt="0"/>
      <dgm:spPr/>
    </dgm:pt>
    <dgm:pt modelId="{8B6E3CAE-7234-4447-AAC1-1FEF33DD3269}" type="pres">
      <dgm:prSet presAssocID="{680CACF3-7428-4D45-91BB-3886D14F802F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FAC465D-2218-444D-A2C2-7E7C44FCAC3B}" type="pres">
      <dgm:prSet presAssocID="{3B9956EB-5EA0-4F4C-9EF9-AA2E1DFC8F82}" presName="parTxOnlySpace" presStyleCnt="0"/>
      <dgm:spPr/>
    </dgm:pt>
    <dgm:pt modelId="{836DB5FD-6CBC-4EB0-9830-2899B0A03470}" type="pres">
      <dgm:prSet presAssocID="{90534883-94AC-4A9D-9E14-7B9F60C1C9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F598343-5E52-47CC-AC5D-221AAD124305}" type="pres">
      <dgm:prSet presAssocID="{AEE26DB6-1E46-4978-8C1A-33ED3C5DDC13}" presName="parTxOnlySpace" presStyleCnt="0"/>
      <dgm:spPr/>
    </dgm:pt>
    <dgm:pt modelId="{A18AC495-D832-499C-8927-651ED63DA957}" type="pres">
      <dgm:prSet presAssocID="{7282112C-5540-483C-814E-668549249C11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BFC3029-A845-48C7-A3F4-BB8705DC2B24}" type="presOf" srcId="{680CACF3-7428-4D45-91BB-3886D14F802F}" destId="{8B6E3CAE-7234-4447-AAC1-1FEF33DD3269}" srcOrd="0" destOrd="0" presId="urn:microsoft.com/office/officeart/2005/8/layout/chevron1"/>
    <dgm:cxn modelId="{7E461D5F-AF68-4FC1-BE8B-DCE5EF02AD31}" srcId="{7D4256FE-E0D1-4045-AA32-CDCFF93AD74B}" destId="{680CACF3-7428-4D45-91BB-3886D14F802F}" srcOrd="1" destOrd="0" parTransId="{E9CF38AB-4811-49E4-A7DA-12795DCAEB71}" sibTransId="{3B9956EB-5EA0-4F4C-9EF9-AA2E1DFC8F82}"/>
    <dgm:cxn modelId="{CEEA8C6C-FE80-4F41-8E56-2CAE057B641F}" type="presOf" srcId="{90534883-94AC-4A9D-9E14-7B9F60C1C908}" destId="{836DB5FD-6CBC-4EB0-9830-2899B0A03470}" srcOrd="0" destOrd="0" presId="urn:microsoft.com/office/officeart/2005/8/layout/chevron1"/>
    <dgm:cxn modelId="{EBB87193-8C0C-424A-8D73-BD8A71125544}" srcId="{7D4256FE-E0D1-4045-AA32-CDCFF93AD74B}" destId="{7282112C-5540-483C-814E-668549249C11}" srcOrd="3" destOrd="0" parTransId="{386BCC7F-D5C6-49B8-9BFD-EEA8B4A34B43}" sibTransId="{A38303F1-B1D6-4E03-8E79-AA848DA25934}"/>
    <dgm:cxn modelId="{174534A6-6C21-4C58-A5E9-BC85DFDD4176}" type="presOf" srcId="{7282112C-5540-483C-814E-668549249C11}" destId="{A18AC495-D832-499C-8927-651ED63DA957}" srcOrd="0" destOrd="0" presId="urn:microsoft.com/office/officeart/2005/8/layout/chevron1"/>
    <dgm:cxn modelId="{D4C5CDB8-2B9D-4989-A1B6-D2A657210FA9}" srcId="{7D4256FE-E0D1-4045-AA32-CDCFF93AD74B}" destId="{90534883-94AC-4A9D-9E14-7B9F60C1C908}" srcOrd="2" destOrd="0" parTransId="{4804F78E-046F-41E7-9C32-64F2A94133F3}" sibTransId="{AEE26DB6-1E46-4978-8C1A-33ED3C5DDC13}"/>
    <dgm:cxn modelId="{FD0A85BD-EA00-4959-BFAB-0F0A405C4C0B}" type="presOf" srcId="{73952675-DA46-4116-842E-704C49F61370}" destId="{D8480024-275C-41B9-80F4-4513CDF3AC20}" srcOrd="0" destOrd="0" presId="urn:microsoft.com/office/officeart/2005/8/layout/chevron1"/>
    <dgm:cxn modelId="{CA5035E8-35FD-4B05-AB11-56E91BD63B52}" srcId="{7D4256FE-E0D1-4045-AA32-CDCFF93AD74B}" destId="{73952675-DA46-4116-842E-704C49F61370}" srcOrd="0" destOrd="0" parTransId="{801CE714-033D-4CE6-B179-A602E28EBEC3}" sibTransId="{9478A135-336C-40C3-9F3F-B5D9E25C9254}"/>
    <dgm:cxn modelId="{AEB12CED-049E-4F2C-823D-1C524906969B}" type="presOf" srcId="{7D4256FE-E0D1-4045-AA32-CDCFF93AD74B}" destId="{63C73EE3-C495-4BDD-8CF8-7705A963555F}" srcOrd="0" destOrd="0" presId="urn:microsoft.com/office/officeart/2005/8/layout/chevron1"/>
    <dgm:cxn modelId="{3695BBB0-65A7-4496-B644-D01C0779C91D}" type="presParOf" srcId="{63C73EE3-C495-4BDD-8CF8-7705A963555F}" destId="{D8480024-275C-41B9-80F4-4513CDF3AC20}" srcOrd="0" destOrd="0" presId="urn:microsoft.com/office/officeart/2005/8/layout/chevron1"/>
    <dgm:cxn modelId="{9AB36E8D-D029-49A0-B1AF-205DFB2761C0}" type="presParOf" srcId="{63C73EE3-C495-4BDD-8CF8-7705A963555F}" destId="{CDEBAAA1-DA3E-4A16-9431-5E37B96EA09C}" srcOrd="1" destOrd="0" presId="urn:microsoft.com/office/officeart/2005/8/layout/chevron1"/>
    <dgm:cxn modelId="{0455984D-2A84-4A4E-8DC2-3789DD20F18F}" type="presParOf" srcId="{63C73EE3-C495-4BDD-8CF8-7705A963555F}" destId="{8B6E3CAE-7234-4447-AAC1-1FEF33DD3269}" srcOrd="2" destOrd="0" presId="urn:microsoft.com/office/officeart/2005/8/layout/chevron1"/>
    <dgm:cxn modelId="{54ACC030-CD16-49DB-908B-4EFEA01BEA82}" type="presParOf" srcId="{63C73EE3-C495-4BDD-8CF8-7705A963555F}" destId="{5FAC465D-2218-444D-A2C2-7E7C44FCAC3B}" srcOrd="3" destOrd="0" presId="urn:microsoft.com/office/officeart/2005/8/layout/chevron1"/>
    <dgm:cxn modelId="{8052B03A-C692-40C0-98C5-FA3DCD686BA5}" type="presParOf" srcId="{63C73EE3-C495-4BDD-8CF8-7705A963555F}" destId="{836DB5FD-6CBC-4EB0-9830-2899B0A03470}" srcOrd="4" destOrd="0" presId="urn:microsoft.com/office/officeart/2005/8/layout/chevron1"/>
    <dgm:cxn modelId="{271A98F1-504D-4B7E-92D2-C200F470CA3E}" type="presParOf" srcId="{63C73EE3-C495-4BDD-8CF8-7705A963555F}" destId="{EF598343-5E52-47CC-AC5D-221AAD124305}" srcOrd="5" destOrd="0" presId="urn:microsoft.com/office/officeart/2005/8/layout/chevron1"/>
    <dgm:cxn modelId="{3974998E-AE9C-4E89-B3FE-81DF5196C363}" type="presParOf" srcId="{63C73EE3-C495-4BDD-8CF8-7705A963555F}" destId="{A18AC495-D832-499C-8927-651ED63DA957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8E8E0-C613-4E7F-B6BA-4BBEA065DBBB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HK Grotesk" panose="00000500000000000000" pitchFamily="50" charset="0"/>
            </a:rPr>
            <a:t>Proportions</a:t>
          </a:r>
          <a:endParaRPr lang="en-GB" sz="1600" kern="1200">
            <a:latin typeface="HK Grotesk" panose="00000500000000000000" pitchFamily="50" charset="0"/>
          </a:endParaRPr>
        </a:p>
      </dsp:txBody>
      <dsp:txXfrm rot="-5400000">
        <a:off x="3909687" y="313106"/>
        <a:ext cx="1202866" cy="1382606"/>
      </dsp:txXfrm>
    </dsp:sp>
    <dsp:sp modelId="{CEAB30A0-6D3A-4139-A8D0-3E9692361A47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44D1B4-5A85-437C-81CB-93823A2BCC2B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2022380" y="313106"/>
        <a:ext cx="1202866" cy="1382606"/>
      </dsp:txXfrm>
    </dsp:sp>
    <dsp:sp modelId="{BAA4C82A-668D-4296-B59B-3CA5021EC24D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HK Grotesk" panose="00000500000000000000" pitchFamily="50" charset="0"/>
            </a:rPr>
            <a:t>SAP Formula</a:t>
          </a:r>
          <a:endParaRPr lang="en-GB" sz="2000" kern="1200">
            <a:latin typeface="HK Grotesk" panose="00000500000000000000" pitchFamily="50" charset="0"/>
          </a:endParaRPr>
        </a:p>
      </dsp:txBody>
      <dsp:txXfrm rot="-5400000">
        <a:off x="2962418" y="2018030"/>
        <a:ext cx="1202866" cy="1382606"/>
      </dsp:txXfrm>
    </dsp:sp>
    <dsp:sp modelId="{2F525F69-356A-42AA-99F1-7FDB6DDC5EE1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088CF-12C7-49D3-8A9B-B332D8FEB11C}">
      <dsp:nvSpPr>
        <dsp:cNvPr id="0" name=""/>
        <dsp:cNvSpPr/>
      </dsp:nvSpPr>
      <dsp:spPr>
        <a:xfrm rot="5400000">
          <a:off x="4446844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4849725" y="2018030"/>
        <a:ext cx="1202866" cy="1382606"/>
      </dsp:txXfrm>
    </dsp:sp>
    <dsp:sp modelId="{619A84E3-01F3-457B-988E-2A5EA8D673D1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HK Grotesk" panose="00000500000000000000" pitchFamily="50" charset="0"/>
            </a:rPr>
            <a:t>Simplified SAP</a:t>
          </a:r>
          <a:endParaRPr lang="en-GB" sz="2000" kern="1200">
            <a:latin typeface="HK Grotesk" panose="00000500000000000000" pitchFamily="50" charset="0"/>
          </a:endParaRPr>
        </a:p>
      </dsp:txBody>
      <dsp:txXfrm rot="-5400000">
        <a:off x="3909687" y="3722953"/>
        <a:ext cx="1202866" cy="1382606"/>
      </dsp:txXfrm>
    </dsp:sp>
    <dsp:sp modelId="{39DCD076-8A46-4579-BFCE-7F3523DDE1ED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D8BD83-BCEE-4AD4-8A8A-43FA225FA4BC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2022380" y="3722953"/>
        <a:ext cx="1202866" cy="13826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480024-275C-41B9-80F4-4513CDF3AC20}">
      <dsp:nvSpPr>
        <dsp:cNvPr id="0" name=""/>
        <dsp:cNvSpPr/>
      </dsp:nvSpPr>
      <dsp:spPr>
        <a:xfrm>
          <a:off x="2946" y="209040"/>
          <a:ext cx="1715285" cy="686114"/>
        </a:xfrm>
        <a:prstGeom prst="chevron">
          <a:avLst/>
        </a:prstGeom>
        <a:solidFill>
          <a:srgbClr val="F8A33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preparation</a:t>
          </a:r>
          <a:endParaRPr lang="en-GB" sz="1500" kern="1200"/>
        </a:p>
      </dsp:txBody>
      <dsp:txXfrm>
        <a:off x="346003" y="209040"/>
        <a:ext cx="1029171" cy="686114"/>
      </dsp:txXfrm>
    </dsp:sp>
    <dsp:sp modelId="{8B6E3CAE-7234-4447-AAC1-1FEF33DD3269}">
      <dsp:nvSpPr>
        <dsp:cNvPr id="0" name=""/>
        <dsp:cNvSpPr/>
      </dsp:nvSpPr>
      <dsp:spPr>
        <a:xfrm>
          <a:off x="1546703" y="209040"/>
          <a:ext cx="1715285" cy="686114"/>
        </a:xfrm>
        <a:prstGeom prst="chevron">
          <a:avLst/>
        </a:prstGeom>
        <a:solidFill>
          <a:srgbClr val="F8A33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EPC proportions</a:t>
          </a:r>
          <a:endParaRPr lang="en-GB" sz="1500" kern="1200"/>
        </a:p>
      </dsp:txBody>
      <dsp:txXfrm>
        <a:off x="1889760" y="209040"/>
        <a:ext cx="1029171" cy="686114"/>
      </dsp:txXfrm>
    </dsp:sp>
    <dsp:sp modelId="{836DB5FD-6CBC-4EB0-9830-2899B0A03470}">
      <dsp:nvSpPr>
        <dsp:cNvPr id="0" name=""/>
        <dsp:cNvSpPr/>
      </dsp:nvSpPr>
      <dsp:spPr>
        <a:xfrm>
          <a:off x="3090459" y="209040"/>
          <a:ext cx="1715285" cy="686114"/>
        </a:xfrm>
        <a:prstGeom prst="chevron">
          <a:avLst/>
        </a:prstGeom>
        <a:solidFill>
          <a:srgbClr val="F8A33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Mapping</a:t>
          </a:r>
          <a:endParaRPr lang="en-GB" sz="1500" kern="1200"/>
        </a:p>
      </dsp:txBody>
      <dsp:txXfrm>
        <a:off x="3433516" y="209040"/>
        <a:ext cx="1029171" cy="686114"/>
      </dsp:txXfrm>
    </dsp:sp>
    <dsp:sp modelId="{A18AC495-D832-499C-8927-651ED63DA957}">
      <dsp:nvSpPr>
        <dsp:cNvPr id="0" name=""/>
        <dsp:cNvSpPr/>
      </dsp:nvSpPr>
      <dsp:spPr>
        <a:xfrm>
          <a:off x="4634216" y="209040"/>
          <a:ext cx="1715285" cy="686114"/>
        </a:xfrm>
        <a:prstGeom prst="chevron">
          <a:avLst/>
        </a:prstGeom>
        <a:solidFill>
          <a:srgbClr val="F8A33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Probability calcs</a:t>
          </a:r>
          <a:endParaRPr lang="en-GB" sz="1500" kern="1200"/>
        </a:p>
      </dsp:txBody>
      <dsp:txXfrm>
        <a:off x="4977273" y="209040"/>
        <a:ext cx="1029171" cy="6861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480024-275C-41B9-80F4-4513CDF3AC20}">
      <dsp:nvSpPr>
        <dsp:cNvPr id="0" name=""/>
        <dsp:cNvSpPr/>
      </dsp:nvSpPr>
      <dsp:spPr>
        <a:xfrm>
          <a:off x="2946" y="209040"/>
          <a:ext cx="1715285" cy="686114"/>
        </a:xfrm>
        <a:prstGeom prst="chevron">
          <a:avLst/>
        </a:prstGeom>
        <a:solidFill>
          <a:srgbClr val="F8A33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preparation</a:t>
          </a:r>
          <a:endParaRPr lang="en-GB" sz="1500" kern="1200"/>
        </a:p>
      </dsp:txBody>
      <dsp:txXfrm>
        <a:off x="346003" y="209040"/>
        <a:ext cx="1029171" cy="686114"/>
      </dsp:txXfrm>
    </dsp:sp>
    <dsp:sp modelId="{8B6E3CAE-7234-4447-AAC1-1FEF33DD3269}">
      <dsp:nvSpPr>
        <dsp:cNvPr id="0" name=""/>
        <dsp:cNvSpPr/>
      </dsp:nvSpPr>
      <dsp:spPr>
        <a:xfrm>
          <a:off x="1546703" y="209040"/>
          <a:ext cx="1715285" cy="686114"/>
        </a:xfrm>
        <a:prstGeom prst="chevron">
          <a:avLst/>
        </a:prstGeom>
        <a:solidFill>
          <a:srgbClr val="F8A33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EPC proportions</a:t>
          </a:r>
          <a:endParaRPr lang="en-GB" sz="1500" kern="1200"/>
        </a:p>
      </dsp:txBody>
      <dsp:txXfrm>
        <a:off x="1889760" y="209040"/>
        <a:ext cx="1029171" cy="686114"/>
      </dsp:txXfrm>
    </dsp:sp>
    <dsp:sp modelId="{836DB5FD-6CBC-4EB0-9830-2899B0A03470}">
      <dsp:nvSpPr>
        <dsp:cNvPr id="0" name=""/>
        <dsp:cNvSpPr/>
      </dsp:nvSpPr>
      <dsp:spPr>
        <a:xfrm>
          <a:off x="3090459" y="209040"/>
          <a:ext cx="1715285" cy="686114"/>
        </a:xfrm>
        <a:prstGeom prst="chevron">
          <a:avLst/>
        </a:prstGeom>
        <a:solidFill>
          <a:srgbClr val="F8A33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Mapping</a:t>
          </a:r>
          <a:endParaRPr lang="en-GB" sz="1500" kern="1200"/>
        </a:p>
      </dsp:txBody>
      <dsp:txXfrm>
        <a:off x="3433516" y="209040"/>
        <a:ext cx="1029171" cy="686114"/>
      </dsp:txXfrm>
    </dsp:sp>
    <dsp:sp modelId="{A18AC495-D832-499C-8927-651ED63DA957}">
      <dsp:nvSpPr>
        <dsp:cNvPr id="0" name=""/>
        <dsp:cNvSpPr/>
      </dsp:nvSpPr>
      <dsp:spPr>
        <a:xfrm>
          <a:off x="4634216" y="209040"/>
          <a:ext cx="1715285" cy="686114"/>
        </a:xfrm>
        <a:prstGeom prst="chevron">
          <a:avLst/>
        </a:prstGeom>
        <a:solidFill>
          <a:srgbClr val="F8A33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Probability calcs</a:t>
          </a:r>
          <a:endParaRPr lang="en-GB" sz="1500" kern="1200"/>
        </a:p>
      </dsp:txBody>
      <dsp:txXfrm>
        <a:off x="4977273" y="209040"/>
        <a:ext cx="1029171" cy="6861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41EC2E-445A-46F8-AD48-871939E5910D}" type="datetimeFigureOut">
              <a:rPr lang="en-GB" smtClean="0"/>
              <a:t>09/10/2023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6BA2C-7494-4CC0-A3B7-ED26D359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76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20D2B3-9A87-2B75-FC96-0EEB1C3CB912}"/>
              </a:ext>
            </a:extLst>
          </p:cNvPr>
          <p:cNvSpPr txBox="1"/>
          <p:nvPr userDrawn="1"/>
        </p:nvSpPr>
        <p:spPr>
          <a:xfrm>
            <a:off x="1612119" y="1300163"/>
            <a:ext cx="623179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>
                <a:solidFill>
                  <a:schemeClr val="bg2">
                    <a:lumMod val="25000"/>
                  </a:schemeClr>
                </a:solidFill>
                <a:latin typeface="HK Grotesk"/>
              </a:rPr>
              <a:t>Title of the 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BEE784-0153-CB5C-025F-0F5F0EA6914C}"/>
              </a:ext>
            </a:extLst>
          </p:cNvPr>
          <p:cNvSpPr txBox="1"/>
          <p:nvPr userDrawn="1"/>
        </p:nvSpPr>
        <p:spPr>
          <a:xfrm>
            <a:off x="1712132" y="3281589"/>
            <a:ext cx="18758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464646"/>
                </a:solidFill>
                <a:latin typeface="HK Grotesk" pitchFamily="2" charset="77"/>
              </a:rPr>
              <a:t>Client’s </a:t>
            </a:r>
          </a:p>
          <a:p>
            <a:r>
              <a:rPr lang="en-US" sz="3200" b="1">
                <a:solidFill>
                  <a:srgbClr val="464646"/>
                </a:solidFill>
                <a:latin typeface="HK Grotesk" pitchFamily="2" charset="77"/>
              </a:rPr>
              <a:t>Logo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16EE78-8BA2-FE7A-F76D-AFFD623EF51F}"/>
              </a:ext>
            </a:extLst>
          </p:cNvPr>
          <p:cNvSpPr txBox="1"/>
          <p:nvPr userDrawn="1"/>
        </p:nvSpPr>
        <p:spPr>
          <a:xfrm>
            <a:off x="1712132" y="4619119"/>
            <a:ext cx="4829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8A331"/>
                </a:solidFill>
                <a:latin typeface="HK Grotesk" pitchFamily="2" charset="77"/>
              </a:rPr>
              <a:t>Client’s Name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75C121-5307-7689-5A63-A1B933293BB3}"/>
              </a:ext>
            </a:extLst>
          </p:cNvPr>
          <p:cNvCxnSpPr/>
          <p:nvPr userDrawn="1"/>
        </p:nvCxnSpPr>
        <p:spPr>
          <a:xfrm>
            <a:off x="1712132" y="5229233"/>
            <a:ext cx="3759981" cy="0"/>
          </a:xfrm>
          <a:prstGeom prst="line">
            <a:avLst/>
          </a:prstGeom>
          <a:ln w="15875">
            <a:solidFill>
              <a:srgbClr val="F8A3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0D27091-E9CF-08B7-C7FD-5756DCB7C3EF}"/>
              </a:ext>
            </a:extLst>
          </p:cNvPr>
          <p:cNvSpPr txBox="1"/>
          <p:nvPr userDrawn="1"/>
        </p:nvSpPr>
        <p:spPr>
          <a:xfrm>
            <a:off x="1712132" y="5377683"/>
            <a:ext cx="48291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b="1">
                <a:latin typeface="HK Grotesk SemiBold Legacy"/>
              </a:rPr>
              <a:t>10 January 2023</a:t>
            </a:r>
            <a:endParaRPr lang="en-US" sz="2400" b="1">
              <a:latin typeface="HK Grotesk SemiBold Legac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73812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F9B53-A1C9-8A4F-BD9D-3ABEA796F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8A331"/>
                </a:solidFill>
                <a:latin typeface="HK Grotesk" panose="000005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C186E-1064-E34E-8FB5-BF9F17B16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567E4-7ABF-7542-A2F3-AE47BC903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5327-C8C9-0C49-9F20-489CD700F5E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63F53-0086-094C-A93F-3A2EF2004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B4D16-1619-B84F-96E8-0E266A8D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E084-5777-694A-9C55-F8BF31D18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6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AE57E-5776-844C-BA22-459661B6E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DEBFF-4415-3544-A6F0-8DF4679F0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DC0FA-4396-294F-9EEE-8026C6A0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5327-C8C9-0C49-9F20-489CD700F5E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86F1A-A131-A941-B2F7-37001A3A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4749B-DE20-A04C-8645-9213D7319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E084-5777-694A-9C55-F8BF31D18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7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9DE6-AB72-4441-9A51-AEA3580B4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98F2D-3308-D74A-934C-34A111AF5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905B4-D21B-3D4D-B682-354F1123D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FC9C6-AACB-3B47-B418-25004C57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5327-C8C9-0C49-9F20-489CD700F5E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8C298-BAFC-4E4F-B6A3-89FF621D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2C4B0-9202-3543-9AD2-6D69BA86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E084-5777-694A-9C55-F8BF31D18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3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F5B96-0821-FF45-9D06-4839CEB47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C5683-BC0F-F34E-9409-8C4B73C25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87025-3179-FA49-853F-8383042BD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0E1B59-08E3-924F-87C2-5C14896A5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59683-45BD-D14A-A592-D17AB04AE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2CAC4E-A309-EA44-AC1C-5E3EEC52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5327-C8C9-0C49-9F20-489CD700F5E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97E89C-8861-A848-A878-0FC555818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C46F96-D6AF-764A-87FC-80DE37893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E084-5777-694A-9C55-F8BF31D18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1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C658-B78F-2249-9F76-69686134C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961-0DF2-8440-87B4-F87C16C8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5327-C8C9-0C49-9F20-489CD700F5E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E9F9A-D74D-AD44-BC7B-C0C895619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EA77CE-B10D-1B49-9432-DCBA10320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E084-5777-694A-9C55-F8BF31D18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7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9F022-7BE9-1D46-AF23-8C7F20414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5327-C8C9-0C49-9F20-489CD700F5E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1FDFC-E018-F643-9769-E2FCA2D7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31C56-7C3B-6C49-8DE0-0462DA22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E084-5777-694A-9C55-F8BF31D18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0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B235-0632-E24B-BDA3-BA85606E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876A2-DE22-E540-9E7E-B059F710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600D1-5C7F-524C-A947-3674E6B5D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F7A63-952F-194D-9138-22E6067CC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5327-C8C9-0C49-9F20-489CD700F5E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D9860-843A-A94D-BEAA-056B0E26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85B45-247E-614C-96A8-1C42EE8D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E084-5777-694A-9C55-F8BF31D18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99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F6D3-003E-C840-B941-377F87CDE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8E4D7-4269-CC40-8E4E-74AAE1FE97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E0AA7-7D13-CC49-AAF2-94A50C0BC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9976F-C04B-4E4A-89A3-EC3C8BF1A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5327-C8C9-0C49-9F20-489CD700F5E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B3E6F-CE58-7743-9076-2AB292DF7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3BB59-D3BA-6F43-A558-C8B443CB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E084-5777-694A-9C55-F8BF31D18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18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FDF2A-5293-8D4F-969C-4F5A0F160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FE411-7EBC-8D4C-A31D-B43897DAF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635A5-1A2C-0C4A-A632-630A36F1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5327-C8C9-0C49-9F20-489CD700F5E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D8C7A-CF14-A647-82F1-08D156428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EA32D-D719-274D-88A0-ED20915DE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E084-5777-694A-9C55-F8BF31D18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4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9A44A6-0419-BB4B-B113-33EA435A1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7FD45E-9F2C-B146-B3DC-BD6947888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FC66A-FE10-8B44-A06C-17B9CAA2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5327-C8C9-0C49-9F20-489CD700F5E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AF7AB-F8A5-2645-9429-908F43E3C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5A37D-5F7A-5940-ABDF-2F3EEEC2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4E084-5777-694A-9C55-F8BF31D18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2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ED998-7F9B-6149-9CD6-DF6E35049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B32F2-037E-1E43-8485-1725E633D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56C43-77CC-B344-A4B4-A1BAFC80D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K Grotesk" panose="00000500000000000000" pitchFamily="50" charset="0"/>
              </a:defRPr>
            </a:lvl1pPr>
          </a:lstStyle>
          <a:p>
            <a:fld id="{12C25327-C8C9-0C49-9F20-489CD700F5E4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31607-7A73-E64D-9203-8BECE3BA9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K Grotesk" panose="00000500000000000000" pitchFamily="50" charset="0"/>
              </a:defRPr>
            </a:lvl1pPr>
          </a:lstStyle>
          <a:p>
            <a:r>
              <a:rPr lang="en-US"/>
              <a:t>Bays PUBLIC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78C00-4F41-DA44-A89E-1194B61D0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K Grotesk" panose="00000500000000000000" pitchFamily="50" charset="0"/>
              </a:defRPr>
            </a:lvl1pPr>
          </a:lstStyle>
          <a:p>
            <a:fld id="{42B4E084-5777-694A-9C55-F8BF31D18B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K Grotesk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64646"/>
          </a:solidFill>
          <a:latin typeface="HK Grotesk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64646"/>
          </a:solidFill>
          <a:latin typeface="HK Grotesk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64646"/>
          </a:solidFill>
          <a:latin typeface="HK Grotesk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64646"/>
          </a:solidFill>
          <a:latin typeface="HK Grotesk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64646"/>
          </a:solidFill>
          <a:latin typeface="HK Grotesk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D85388-E927-C140-A211-39CF836A2D06}"/>
              </a:ext>
            </a:extLst>
          </p:cNvPr>
          <p:cNvSpPr txBox="1"/>
          <p:nvPr/>
        </p:nvSpPr>
        <p:spPr>
          <a:xfrm>
            <a:off x="1612119" y="1300163"/>
            <a:ext cx="623179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>
                <a:solidFill>
                  <a:schemeClr val="bg2">
                    <a:lumMod val="25000"/>
                  </a:schemeClr>
                </a:solidFill>
                <a:latin typeface="HK Grotesk"/>
              </a:rPr>
              <a:t>C477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FA8EF-4F86-DF47-B2F3-F0F5C57FC1D6}"/>
              </a:ext>
            </a:extLst>
          </p:cNvPr>
          <p:cNvSpPr txBox="1"/>
          <p:nvPr/>
        </p:nvSpPr>
        <p:spPr>
          <a:xfrm>
            <a:off x="1685238" y="4323284"/>
            <a:ext cx="482917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solidFill>
                  <a:srgbClr val="F8A331"/>
                </a:solidFill>
                <a:latin typeface="HK Grotesk"/>
              </a:rPr>
              <a:t>C477 - </a:t>
            </a:r>
            <a:r>
              <a:rPr lang="en-US" sz="2400" b="1" err="1">
                <a:solidFill>
                  <a:srgbClr val="F8A331"/>
                </a:solidFill>
                <a:latin typeface="HK Grotesk"/>
              </a:rPr>
              <a:t>EoSR</a:t>
            </a:r>
            <a:r>
              <a:rPr lang="en-US" sz="2400" b="1">
                <a:solidFill>
                  <a:srgbClr val="F8A331"/>
                </a:solidFill>
                <a:latin typeface="HK Grotesk"/>
              </a:rPr>
              <a:t> </a:t>
            </a:r>
          </a:p>
          <a:p>
            <a:r>
              <a:rPr lang="en-US" sz="2400" b="1">
                <a:solidFill>
                  <a:srgbClr val="F8A331"/>
                </a:solidFill>
                <a:latin typeface="HK Grotesk"/>
              </a:rPr>
              <a:t>SAP Calculations</a:t>
            </a:r>
            <a:endParaRPr lang="en-US" sz="2400" b="1">
              <a:solidFill>
                <a:srgbClr val="F8A331"/>
              </a:solidFill>
              <a:latin typeface="HK Grotesk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128FF5-5267-8F4E-8E29-E3BF15DF5EF6}"/>
              </a:ext>
            </a:extLst>
          </p:cNvPr>
          <p:cNvCxnSpPr/>
          <p:nvPr/>
        </p:nvCxnSpPr>
        <p:spPr>
          <a:xfrm>
            <a:off x="1712132" y="5229233"/>
            <a:ext cx="3759981" cy="0"/>
          </a:xfrm>
          <a:prstGeom prst="line">
            <a:avLst/>
          </a:prstGeom>
          <a:ln w="15875">
            <a:solidFill>
              <a:srgbClr val="F8A3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198EA22-0B9F-7D4B-9529-2A331367A5E2}"/>
              </a:ext>
            </a:extLst>
          </p:cNvPr>
          <p:cNvSpPr txBox="1"/>
          <p:nvPr/>
        </p:nvSpPr>
        <p:spPr>
          <a:xfrm>
            <a:off x="1712132" y="5377683"/>
            <a:ext cx="48291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b="1">
                <a:latin typeface="HK Grotesk SemiBold Legacy"/>
              </a:rPr>
              <a:t>6th Oct 2023</a:t>
            </a:r>
            <a:endParaRPr lang="en-US" sz="2400" b="1">
              <a:latin typeface="HK Grotesk SemiBold Legac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80446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81817D-B6A6-D962-478E-4C6EB35B4511}"/>
              </a:ext>
            </a:extLst>
          </p:cNvPr>
          <p:cNvSpPr txBox="1"/>
          <p:nvPr/>
        </p:nvSpPr>
        <p:spPr>
          <a:xfrm>
            <a:off x="814812" y="226230"/>
            <a:ext cx="482917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solidFill>
                  <a:srgbClr val="F8A331"/>
                </a:solidFill>
                <a:latin typeface="HK Grotesk"/>
              </a:rPr>
              <a:t>What approaches did consider?</a:t>
            </a:r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C884925-5AD0-91CB-B6A4-E0D85AE4F2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9032374"/>
              </p:ext>
            </p:extLst>
          </p:nvPr>
        </p:nvGraphicFramePr>
        <p:xfrm>
          <a:off x="2330766" y="71049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8A97357-A59A-AB96-E4BB-BF33C7493D43}"/>
              </a:ext>
            </a:extLst>
          </p:cNvPr>
          <p:cNvSpPr txBox="1"/>
          <p:nvPr/>
        </p:nvSpPr>
        <p:spPr>
          <a:xfrm>
            <a:off x="814812" y="2969537"/>
            <a:ext cx="3684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HK Grotesk" panose="00000500000000000000" pitchFamily="50" charset="0"/>
              </a:rPr>
              <a:t>Requires use of additional data sets that would need the use of Parity data (or other data sets not available for this commission)</a:t>
            </a:r>
            <a:endParaRPr lang="en-GB">
              <a:latin typeface="HK Grotesk" panose="000005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50F2EF-CF8D-ABFA-64A9-A1B3C9A77C3E}"/>
              </a:ext>
            </a:extLst>
          </p:cNvPr>
          <p:cNvSpPr txBox="1"/>
          <p:nvPr/>
        </p:nvSpPr>
        <p:spPr>
          <a:xfrm>
            <a:off x="8136711" y="985319"/>
            <a:ext cx="3684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HK Grotesk" panose="00000500000000000000" pitchFamily="50" charset="0"/>
              </a:rPr>
              <a:t>Robust, evidence-based approach that can be updated in the future if needed</a:t>
            </a:r>
            <a:endParaRPr lang="en-GB">
              <a:latin typeface="HK Grotesk" panose="000005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406010-21A8-A58C-C006-FD55618BB590}"/>
              </a:ext>
            </a:extLst>
          </p:cNvPr>
          <p:cNvSpPr txBox="1"/>
          <p:nvPr/>
        </p:nvSpPr>
        <p:spPr>
          <a:xfrm>
            <a:off x="8136711" y="4722891"/>
            <a:ext cx="368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HK Grotesk" panose="00000500000000000000" pitchFamily="50" charset="0"/>
              </a:rPr>
              <a:t>Could not make work robustly</a:t>
            </a:r>
            <a:endParaRPr lang="en-GB">
              <a:latin typeface="HK Grotes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358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190FF4-AC6C-E82D-7EED-80365317F0B5}"/>
              </a:ext>
            </a:extLst>
          </p:cNvPr>
          <p:cNvSpPr txBox="1"/>
          <p:nvPr/>
        </p:nvSpPr>
        <p:spPr>
          <a:xfrm>
            <a:off x="457073" y="607413"/>
            <a:ext cx="482917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solidFill>
                  <a:srgbClr val="F8A331"/>
                </a:solidFill>
                <a:latin typeface="HK Grotesk"/>
              </a:rPr>
              <a:t>Approach 1- Proportions</a:t>
            </a:r>
            <a:endParaRPr lang="en-US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2400" b="1">
              <a:solidFill>
                <a:srgbClr val="F8A331"/>
              </a:solidFill>
              <a:latin typeface="HK Grotesk"/>
            </a:endParaRPr>
          </a:p>
          <a:p>
            <a:r>
              <a:rPr lang="en-US" sz="2400" b="1">
                <a:solidFill>
                  <a:srgbClr val="F8A331"/>
                </a:solidFill>
                <a:latin typeface="HK Grotesk"/>
              </a:rPr>
              <a:t>Data Preparation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0F1E5-4005-0877-2C2A-DE660AF1ADFF}"/>
              </a:ext>
            </a:extLst>
          </p:cNvPr>
          <p:cNvSpPr txBox="1"/>
          <p:nvPr/>
        </p:nvSpPr>
        <p:spPr>
          <a:xfrm>
            <a:off x="457073" y="1816020"/>
            <a:ext cx="11048439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>
                <a:latin typeface="HK Grotesk SemiBold Legacy"/>
              </a:rPr>
              <a:t>Preprocessing the raw EPC data to ensure it aligns with the Coefficient data</a:t>
            </a:r>
            <a:endParaRPr lang="en-GB">
              <a:latin typeface="HK Grotesk SemiBold Legacy" pitchFamily="2" charset="77"/>
            </a:endParaRPr>
          </a:p>
          <a:p>
            <a:pPr marL="742950" lvl="1" indent="-285750">
              <a:buFont typeface="Arial"/>
              <a:buChar char="•"/>
            </a:pPr>
            <a:r>
              <a:rPr lang="en-GB" b="1">
                <a:latin typeface="HK Grotesk SemiBold Legacy"/>
              </a:rPr>
              <a:t>Cleaning categories,</a:t>
            </a:r>
            <a:r>
              <a:rPr lang="en-GB">
                <a:latin typeface="HK Grotesk SemiBold Legacy"/>
              </a:rPr>
              <a:t> for example, ensuring window glazing type has same values in EPC and Coefficient data</a:t>
            </a:r>
            <a:endParaRPr lang="en-GB" err="1">
              <a:latin typeface="HK Grotesk SemiBold Legacy" pitchFamily="2" charset="77"/>
            </a:endParaRPr>
          </a:p>
          <a:p>
            <a:pPr marL="285750" indent="-285750">
              <a:buFont typeface="Arial"/>
              <a:buChar char="•"/>
            </a:pPr>
            <a:endParaRPr lang="en-GB">
              <a:latin typeface="HK Grotesk SemiBold Legacy" pitchFamily="2" charset="77"/>
            </a:endParaRPr>
          </a:p>
          <a:p>
            <a:endParaRPr lang="en-GB">
              <a:latin typeface="HK Grotesk SemiBold Legacy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Calibri"/>
              <a:buChar char="-"/>
            </a:pPr>
            <a:endParaRPr lang="en-GB" b="1">
              <a:latin typeface="HK Grotesk SemiBold Legacy" pitchFamily="2" charset="77"/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629FE7E-28AF-624C-CA38-E331FB016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662815"/>
              </p:ext>
            </p:extLst>
          </p:nvPr>
        </p:nvGraphicFramePr>
        <p:xfrm>
          <a:off x="383330" y="5050259"/>
          <a:ext cx="6352448" cy="1104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E94DACCB-4D45-1D0F-BE3D-C341CC13BE54}"/>
              </a:ext>
            </a:extLst>
          </p:cNvPr>
          <p:cNvSpPr txBox="1"/>
          <p:nvPr/>
        </p:nvSpPr>
        <p:spPr>
          <a:xfrm>
            <a:off x="459658" y="3114367"/>
            <a:ext cx="1070732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8A331"/>
                </a:solidFill>
                <a:latin typeface="HK Grotesk"/>
              </a:rPr>
              <a:t>EPC Proportions</a:t>
            </a:r>
          </a:p>
          <a:p>
            <a:pPr marL="285750" indent="-285750">
              <a:buFont typeface="Arial,Sans-Serif"/>
              <a:buChar char="•"/>
            </a:pP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Grouping by columns in EPC data, (</a:t>
            </a:r>
            <a:r>
              <a:rPr lang="en-GB" err="1">
                <a:solidFill>
                  <a:srgbClr val="000000"/>
                </a:solidFill>
                <a:latin typeface="Arial"/>
                <a:cs typeface="Arial"/>
              </a:rPr>
              <a:t>i.e</a:t>
            </a: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, Property type, Window glazing, Floor Construction) to get the </a:t>
            </a:r>
            <a:r>
              <a:rPr lang="en-GB" b="1">
                <a:solidFill>
                  <a:srgbClr val="000000"/>
                </a:solidFill>
                <a:latin typeface="Arial"/>
                <a:cs typeface="Arial"/>
              </a:rPr>
              <a:t>Current Energy Efficiency </a:t>
            </a: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and </a:t>
            </a:r>
            <a:r>
              <a:rPr lang="en-GB" b="1">
                <a:solidFill>
                  <a:srgbClr val="000000"/>
                </a:solidFill>
                <a:latin typeface="Arial"/>
                <a:cs typeface="Arial"/>
              </a:rPr>
              <a:t>Current Energy Rating</a:t>
            </a: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 for each combination of features</a:t>
            </a:r>
            <a:endParaRPr lang="en-GB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031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194734-DB9A-7824-DDA2-B552C9BDF33D}"/>
              </a:ext>
            </a:extLst>
          </p:cNvPr>
          <p:cNvSpPr txBox="1"/>
          <p:nvPr/>
        </p:nvSpPr>
        <p:spPr>
          <a:xfrm>
            <a:off x="385916" y="312174"/>
            <a:ext cx="37141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8A331"/>
                </a:solidFill>
                <a:latin typeface="HK Grotesk"/>
                <a:cs typeface="Segoe UI"/>
              </a:rPr>
              <a:t>Approach 1</a:t>
            </a:r>
            <a:r>
              <a:rPr lang="en-US" sz="2400">
                <a:solidFill>
                  <a:srgbClr val="F8A331"/>
                </a:solidFill>
                <a:latin typeface="HK Grotesk"/>
                <a:cs typeface="Segoe UI"/>
              </a:rPr>
              <a:t>​- </a:t>
            </a:r>
            <a:r>
              <a:rPr lang="en-US" sz="2400" b="1">
                <a:solidFill>
                  <a:srgbClr val="F8A331"/>
                </a:solidFill>
                <a:latin typeface="HK Grotesk"/>
                <a:cs typeface="Segoe UI"/>
              </a:rPr>
              <a:t>Proportions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762CFE-EA91-49F0-1DB3-1DA4BB973E21}"/>
              </a:ext>
            </a:extLst>
          </p:cNvPr>
          <p:cNvSpPr txBox="1"/>
          <p:nvPr/>
        </p:nvSpPr>
        <p:spPr>
          <a:xfrm>
            <a:off x="385916" y="1209367"/>
            <a:ext cx="1070732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8A331"/>
                </a:solidFill>
                <a:latin typeface="HK Grotesk"/>
              </a:rPr>
              <a:t>Mapping</a:t>
            </a:r>
          </a:p>
          <a:p>
            <a:pPr marL="285750" indent="-285750">
              <a:buFont typeface="Arial,Sans-Serif"/>
              <a:buChar char="•"/>
            </a:pP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Grouping by the same groups in the Coefficient data and mapping the </a:t>
            </a:r>
            <a:r>
              <a:rPr lang="en-GB" b="1">
                <a:solidFill>
                  <a:srgbClr val="000000"/>
                </a:solidFill>
                <a:latin typeface="Arial"/>
                <a:cs typeface="Arial"/>
              </a:rPr>
              <a:t>Efficiency </a:t>
            </a: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and </a:t>
            </a:r>
            <a:r>
              <a:rPr lang="en-GB" b="1">
                <a:solidFill>
                  <a:srgbClr val="000000"/>
                </a:solidFill>
                <a:latin typeface="Arial"/>
                <a:cs typeface="Arial"/>
              </a:rPr>
              <a:t>Rating</a:t>
            </a:r>
            <a:endParaRPr lang="en-GB" b="1">
              <a:latin typeface="Arial"/>
              <a:cs typeface="Arial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C7A23C28-B352-0D71-B8E3-6226399F5C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0103927"/>
              </p:ext>
            </p:extLst>
          </p:nvPr>
        </p:nvGraphicFramePr>
        <p:xfrm>
          <a:off x="383330" y="5099420"/>
          <a:ext cx="6352448" cy="1104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9DA260F-2E63-C469-BB7C-40B616CEFEF2}"/>
              </a:ext>
            </a:extLst>
          </p:cNvPr>
          <p:cNvSpPr txBox="1"/>
          <p:nvPr/>
        </p:nvSpPr>
        <p:spPr>
          <a:xfrm>
            <a:off x="312173" y="2315495"/>
            <a:ext cx="10707329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8A331"/>
                </a:solidFill>
                <a:latin typeface="HK Grotesk"/>
              </a:rPr>
              <a:t>Probability Calculations</a:t>
            </a:r>
          </a:p>
          <a:p>
            <a:pPr marL="285750" indent="-285750">
              <a:buFont typeface="Arial,Sans-Serif"/>
              <a:buChar char="•"/>
            </a:pP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Calculating the probabilities of the Efficiency and Rating for each combination of features</a:t>
            </a:r>
          </a:p>
          <a:p>
            <a:pPr marL="285750" indent="-285750">
              <a:buFont typeface="Arial,Sans-Serif"/>
              <a:buChar char="•"/>
            </a:pP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Assigning a </a:t>
            </a:r>
            <a:r>
              <a:rPr lang="en-GB" b="1">
                <a:solidFill>
                  <a:srgbClr val="000000"/>
                </a:solidFill>
                <a:latin typeface="Arial"/>
                <a:cs typeface="Arial"/>
              </a:rPr>
              <a:t>Rating </a:t>
            </a: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using the calculated probabilities</a:t>
            </a:r>
          </a:p>
          <a:p>
            <a:pPr marL="285750" indent="-285750">
              <a:buFont typeface="Arial,Sans-Serif"/>
              <a:buChar char="•"/>
            </a:pP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Once assigned a </a:t>
            </a:r>
            <a:r>
              <a:rPr lang="en-GB" b="1">
                <a:solidFill>
                  <a:srgbClr val="000000"/>
                </a:solidFill>
                <a:latin typeface="Arial"/>
                <a:cs typeface="Arial"/>
              </a:rPr>
              <a:t>Rating</a:t>
            </a: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, an </a:t>
            </a:r>
            <a:r>
              <a:rPr lang="en-GB" b="1">
                <a:solidFill>
                  <a:srgbClr val="000000"/>
                </a:solidFill>
                <a:latin typeface="Arial"/>
                <a:cs typeface="Arial"/>
              </a:rPr>
              <a:t>Efficiency </a:t>
            </a: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is sampled from a distribution</a:t>
            </a:r>
          </a:p>
        </p:txBody>
      </p:sp>
    </p:spTree>
    <p:extLst>
      <p:ext uri="{BB962C8B-B14F-4D97-AF65-F5344CB8AC3E}">
        <p14:creationId xmlns:p14="http://schemas.microsoft.com/office/powerpoint/2010/main" val="3068903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1a8c566-7995-4067-b054-d0933b31145e" xsi:nil="true"/>
    <ada2ee1de06d4192973c3150a48b7ea9 xmlns="c1a8c566-7995-4067-b054-d0933b31145e">
      <Terms xmlns="http://schemas.microsoft.com/office/infopath/2007/PartnerControls"/>
    </ada2ee1de06d4192973c3150a48b7ea9>
    <o9e893c7fe8e4aea9ec8f16d086a2651 xmlns="c1a8c566-7995-4067-b054-d0933b31145e">
      <Terms xmlns="http://schemas.microsoft.com/office/infopath/2007/PartnerControls"/>
    </o9e893c7fe8e4aea9ec8f16d086a2651>
    <TaxKeywordTaxHTField xmlns="c1a8c566-7995-4067-b054-d0933b31145e">
      <Terms xmlns="http://schemas.microsoft.com/office/infopath/2007/PartnerControls"/>
    </TaxKeywordTaxHTField>
    <i46f608a268d4752a85d53f88235ec75 xmlns="c1a8c566-7995-4067-b054-d0933b31145e">
      <Terms xmlns="http://schemas.microsoft.com/office/infopath/2007/PartnerControls"/>
    </i46f608a268d4752a85d53f88235ec75>
    <dce91d13f4564e35a4cdd5f50d351de5 xmlns="c1a8c566-7995-4067-b054-d0933b31145e">
      <Terms xmlns="http://schemas.microsoft.com/office/infopath/2007/PartnerControls"/>
    </dce91d13f4564e35a4cdd5f50d351de5>
    <lcf76f155ced4ddcb4097134ff3c332f xmlns="93f111f6-5119-45ec-89c0-f54590ae78d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107EC2EA0B9B479C48FC2F85764211" ma:contentTypeVersion="16" ma:contentTypeDescription="Create a new document." ma:contentTypeScope="" ma:versionID="7d8110efb6ace2d260c47b9b12ea19ba">
  <xsd:schema xmlns:xsd="http://www.w3.org/2001/XMLSchema" xmlns:xs="http://www.w3.org/2001/XMLSchema" xmlns:p="http://schemas.microsoft.com/office/2006/metadata/properties" xmlns:ns2="c1a8c566-7995-4067-b054-d0933b31145e" xmlns:ns3="93f111f6-5119-45ec-89c0-f54590ae78df" xmlns:ns4="c71a25f4-155d-40e8-9de3-a6783faa1883" targetNamespace="http://schemas.microsoft.com/office/2006/metadata/properties" ma:root="true" ma:fieldsID="7685c0ad46e868fad51a4a2f52c3d17c" ns2:_="" ns3:_="" ns4:_="">
    <xsd:import namespace="c1a8c566-7995-4067-b054-d0933b31145e"/>
    <xsd:import namespace="93f111f6-5119-45ec-89c0-f54590ae78df"/>
    <xsd:import namespace="c71a25f4-155d-40e8-9de3-a6783faa1883"/>
    <xsd:element name="properties">
      <xsd:complexType>
        <xsd:sequence>
          <xsd:element name="documentManagement">
            <xsd:complexType>
              <xsd:all>
                <xsd:element ref="ns2:i46f608a268d4752a85d53f88235ec75" minOccurs="0"/>
                <xsd:element ref="ns2:TaxCatchAll" minOccurs="0"/>
                <xsd:element ref="ns2:TaxCatchAllLabel" minOccurs="0"/>
                <xsd:element ref="ns2:ada2ee1de06d4192973c3150a48b7ea9" minOccurs="0"/>
                <xsd:element ref="ns2:o9e893c7fe8e4aea9ec8f16d086a2651" minOccurs="0"/>
                <xsd:element ref="ns2:TaxKeywordTaxHTField" minOccurs="0"/>
                <xsd:element ref="ns2:dce91d13f4564e35a4cdd5f50d351de5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3:lcf76f155ced4ddcb4097134ff3c332f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a8c566-7995-4067-b054-d0933b31145e" elementFormDefault="qualified">
    <xsd:import namespace="http://schemas.microsoft.com/office/2006/documentManagement/types"/>
    <xsd:import namespace="http://schemas.microsoft.com/office/infopath/2007/PartnerControls"/>
    <xsd:element name="i46f608a268d4752a85d53f88235ec75" ma:index="8" nillable="true" ma:taxonomy="true" ma:internalName="i46f608a268d4752a85d53f88235ec75" ma:taxonomyFieldName="VivaceDomain" ma:displayName="Vivace Domain" ma:default="" ma:fieldId="{246f608a-268d-4752-a85d-53f88235ec75}" ma:sspId="e1ee200c-8435-43d4-9d7b-082cad977973" ma:termSetId="d66b4632-b431-4d02-ac43-716d1c3b2bc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f740a1e5-259f-4bd5-a87f-b01bfa611bc6}" ma:internalName="TaxCatchAll" ma:showField="CatchAllData" ma:web="c71a25f4-155d-40e8-9de3-a6783faa18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f740a1e5-259f-4bd5-a87f-b01bfa611bc6}" ma:internalName="TaxCatchAllLabel" ma:readOnly="true" ma:showField="CatchAllDataLabel" ma:web="c71a25f4-155d-40e8-9de3-a6783faa18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da2ee1de06d4192973c3150a48b7ea9" ma:index="12" nillable="true" ma:taxonomy="true" ma:internalName="ada2ee1de06d4192973c3150a48b7ea9" ma:taxonomyFieldName="VivaceCommissions" ma:displayName="Vivace Commissions" ma:default="" ma:fieldId="{ada2ee1d-e06d-4192-973c-3150a48b7ea9}" ma:sspId="e1ee200c-8435-43d4-9d7b-082cad977973" ma:termSetId="df304f47-e125-494d-8910-bcecde762b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9e893c7fe8e4aea9ec8f16d086a2651" ma:index="14" nillable="true" ma:taxonomy="true" ma:internalName="o9e893c7fe8e4aea9ec8f16d086a2651" ma:taxonomyFieldName="VivaceType" ma:displayName="Vivace Type" ma:default="" ma:fieldId="{89e893c7-fe8e-4aea-9ec8-f16d086a2651}" ma:taxonomyMulti="true" ma:sspId="e1ee200c-8435-43d4-9d7b-082cad977973" ma:termSetId="602bdcd9-e1df-43be-9240-f9cd58b4466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KeywordTaxHTField" ma:index="16" nillable="true" ma:taxonomy="true" ma:internalName="TaxKeywordTaxHTField" ma:taxonomyFieldName="TaxKeyword" ma:displayName="Enterprise Keywords" ma:readOnly="false" ma:fieldId="{23f27201-bee3-471e-b2e7-b64fd8b7ca38}" ma:taxonomyMulti="true" ma:sspId="00000000-0000-0000-0000-000000000000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dce91d13f4564e35a4cdd5f50d351de5" ma:index="18" nillable="true" ma:taxonomy="true" ma:internalName="dce91d13f4564e35a4cdd5f50d351de5" ma:taxonomyFieldName="VivaceStage" ma:displayName="VivaceStage" ma:default="" ma:fieldId="{dce91d13-f456-4e35-a4cd-d5f50d351de5}" ma:sspId="e1ee200c-8435-43d4-9d7b-082cad977973" ma:termSetId="1099cd53-a3a1-4ce4-8dbc-00d42411ced7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f111f6-5119-45ec-89c0-f54590ae78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2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e1ee200c-8435-43d4-9d7b-082cad9779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a25f4-155d-40e8-9de3-a6783faa1883" elementFormDefault="qualified">
    <xsd:import namespace="http://schemas.microsoft.com/office/2006/documentManagement/types"/>
    <xsd:import namespace="http://schemas.microsoft.com/office/infopath/2007/PartnerControls"/>
    <xsd:element name="SharedWithUsers" ma:index="2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e1ee200c-8435-43d4-9d7b-082cad977973" ContentTypeId="0x0101" PreviousValue="false"/>
</file>

<file path=customXml/itemProps1.xml><?xml version="1.0" encoding="utf-8"?>
<ds:datastoreItem xmlns:ds="http://schemas.openxmlformats.org/officeDocument/2006/customXml" ds:itemID="{46E32646-7EA6-4072-B6F3-3415048AC5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92168C-6FB0-4E75-AA9D-7A6D0FDB35EA}">
  <ds:schemaRefs>
    <ds:schemaRef ds:uri="4b8c5255-aee3-47bd-a246-77ffdf8545f9"/>
    <ds:schemaRef ds:uri="805fd455-3a54-4460-a331-9cd4fe29f5a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BF5B5E5-76A5-4A9B-B232-77818B3AC640}"/>
</file>

<file path=customXml/itemProps4.xml><?xml version="1.0" encoding="utf-8"?>
<ds:datastoreItem xmlns:ds="http://schemas.openxmlformats.org/officeDocument/2006/customXml" ds:itemID="{9C5F540B-6A8C-4CD5-804C-EEDAB11F7D48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 Guy</dc:creator>
  <cp:revision>2</cp:revision>
  <dcterms:created xsi:type="dcterms:W3CDTF">2020-06-15T14:02:15Z</dcterms:created>
  <dcterms:modified xsi:type="dcterms:W3CDTF">2023-10-09T13:53:02Z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0x010100A4107EC2EA0B9B479C48FC2F85764211</vt:lpwstr>
  </property>
  <property fmtid="{D5CDD505-2E9C-101B-9397-08002B2CF9AE}" pid="3" name="MediaServiceImageTags">
    <vt:lpwstr/>
  </property>
</Properties>
</file>